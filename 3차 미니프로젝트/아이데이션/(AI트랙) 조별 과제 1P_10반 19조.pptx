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6"/>
  </p:notesMasterIdLst>
  <p:handoutMasterIdLst>
    <p:handoutMasterId r:id="rId7"/>
  </p:handoutMasterIdLst>
  <p:sldIdLst>
    <p:sldId id="3622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FF99"/>
    <a:srgbClr val="1F6765"/>
    <a:srgbClr val="E4EFEE"/>
    <a:srgbClr val="F2F2F2"/>
    <a:srgbClr val="FFFFCC"/>
    <a:srgbClr val="E6F2F1"/>
    <a:srgbClr val="AAD7D2"/>
    <a:srgbClr val="D8ECEB"/>
    <a:srgbClr val="F2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B76A3-D6D8-49F3-B031-CD5328054516}" v="141" dt="2025-11-13T04:53:24.069"/>
    <p1510:client id="{5691BBB1-A371-DB9F-C646-13DFC11D03E6}" v="442" dt="2025-11-13T05:20:38.695"/>
    <p1510:client id="{57F5ADA7-A4D0-0EF1-7AB8-1C4E912C6444}" v="22" dt="2025-11-13T05:19:09.607"/>
    <p1510:client id="{5CAC29A9-7E78-E02D-DB94-2B9C1B734BFC}" v="77" dt="2025-11-13T04:55:43.200"/>
    <p1510:client id="{687CA0D9-8698-A627-BE3B-07474ED1CF53}" v="234" dt="2025-11-13T05:44:04.833"/>
    <p1510:client id="{6C4E25F1-AA86-5B4E-86E5-CEB06C7ABFFB}" v="120" dt="2025-11-13T05:21:53.626"/>
    <p1510:client id="{ADE08301-3760-8EA8-EEF3-B0FAE3919DE7}" v="38" dt="2025-11-13T05:42:16.505"/>
    <p1510:client id="{C94A21F1-7F0B-4BFE-A127-FC9A9AAD1050}" v="142" dt="2025-11-13T05:26:34.646"/>
    <p1510:client id="{CA85FBED-88F3-43A8-BC6F-4241A323DECA}" v="18" dt="2025-11-13T04:38:13.844"/>
    <p1510:client id="{F65AF90A-29A1-0B5B-90E8-4AABAD8109F0}" v="181" dt="2025-11-13T04:43:26.464"/>
  </p1510:revLst>
</p1510:revInfo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7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매니저 신효정" userId="S::c020043@aivle.kt.co.kr::731c459b-b028-4087-808f-67acb8034869" providerId="AD" clId="Web-{2E8F927B-11AB-66F1-2BB3-80C03ACAD1D4}"/>
    <pc:docChg chg="modSld">
      <pc:chgData name="매니저 신효정" userId="S::c020043@aivle.kt.co.kr::731c459b-b028-4087-808f-67acb8034869" providerId="AD" clId="Web-{2E8F927B-11AB-66F1-2BB3-80C03ACAD1D4}" dt="2025-11-06T04:10:28.175" v="3"/>
      <pc:docMkLst>
        <pc:docMk/>
      </pc:docMkLst>
      <pc:sldChg chg="modSp">
        <pc:chgData name="매니저 신효정" userId="S::c020043@aivle.kt.co.kr::731c459b-b028-4087-808f-67acb8034869" providerId="AD" clId="Web-{2E8F927B-11AB-66F1-2BB3-80C03ACAD1D4}" dt="2025-11-06T04:10:28.175" v="3"/>
        <pc:sldMkLst>
          <pc:docMk/>
          <pc:sldMk cId="3624926231" sldId="3622"/>
        </pc:sldMkLst>
        <pc:graphicFrameChg chg="mod modGraphic">
          <ac:chgData name="매니저 신효정" userId="S::c020043@aivle.kt.co.kr::731c459b-b028-4087-808f-67acb8034869" providerId="AD" clId="Web-{2E8F927B-11AB-66F1-2BB3-80C03ACAD1D4}" dt="2025-11-06T04:10:28.175" v="3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name="박권호" userId="S::a081053@aivle.kt.co.kr::29b78c2f-3c4e-4875-8cb3-52db4f02a0dd" providerId="AD" clId="Web-{6A674F85-8972-FB6F-4F34-82DBE82E8473}"/>
    <pc:docChg chg="modSld">
      <pc:chgData name="박권호" userId="S::a081053@aivle.kt.co.kr::29b78c2f-3c4e-4875-8cb3-52db4f02a0dd" providerId="AD" clId="Web-{6A674F85-8972-FB6F-4F34-82DBE82E8473}" dt="2025-10-17T06:14:04.973" v="15"/>
      <pc:docMkLst>
        <pc:docMk/>
      </pc:docMkLst>
    </pc:docChg>
  </pc:docChgLst>
  <pc:docChgLst>
    <pc:chgData name="전보윤" userId="S::a084019@aivle.kt.co.kr::f31fb306-521b-4438-a283-10dca8e18a5e" providerId="AD" clId="Web-{93B8F5CB-C110-A069-EE79-8F50E12FF7D6}"/>
    <pc:docChg chg="modSld">
      <pc:chgData name="전보윤" userId="S::a084019@aivle.kt.co.kr::f31fb306-521b-4438-a283-10dca8e18a5e" providerId="AD" clId="Web-{93B8F5CB-C110-A069-EE79-8F50E12FF7D6}" dt="2025-10-17T06:15:09.042" v="83"/>
      <pc:docMkLst>
        <pc:docMk/>
      </pc:docMkLst>
    </pc:docChg>
  </pc:docChgLst>
  <pc:docChgLst>
    <pc:chgData name="양시현" userId="S::a086023@aivle.kt.co.kr::f1fea3fa-8c68-41eb-9ad3-34a31df8b310" providerId="AD" clId="Web-{F65AF90A-29A1-0B5B-90E8-4AABAD8109F0}"/>
    <pc:docChg chg="modSld">
      <pc:chgData name="양시현" userId="S::a086023@aivle.kt.co.kr::f1fea3fa-8c68-41eb-9ad3-34a31df8b310" providerId="AD" clId="Web-{F65AF90A-29A1-0B5B-90E8-4AABAD8109F0}" dt="2025-11-13T04:43:20.980" v="159"/>
      <pc:docMkLst>
        <pc:docMk/>
      </pc:docMkLst>
      <pc:sldChg chg="modSp">
        <pc:chgData name="양시현" userId="S::a086023@aivle.kt.co.kr::f1fea3fa-8c68-41eb-9ad3-34a31df8b310" providerId="AD" clId="Web-{F65AF90A-29A1-0B5B-90E8-4AABAD8109F0}" dt="2025-11-13T04:43:20.980" v="159"/>
        <pc:sldMkLst>
          <pc:docMk/>
          <pc:sldMk cId="3624926231" sldId="3622"/>
        </pc:sldMkLst>
        <pc:graphicFrameChg chg="mod modGraphic">
          <ac:chgData name="양시현" userId="S::a086023@aivle.kt.co.kr::f1fea3fa-8c68-41eb-9ad3-34a31df8b310" providerId="AD" clId="Web-{F65AF90A-29A1-0B5B-90E8-4AABAD8109F0}" dt="2025-11-13T04:43:20.980" v="159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name="양시현" userId="S::a086023@aivle.kt.co.kr::f1fea3fa-8c68-41eb-9ad3-34a31df8b310" providerId="AD" clId="Web-{5691BBB1-A371-DB9F-C646-13DFC11D03E6}"/>
    <pc:docChg chg="modSld">
      <pc:chgData name="양시현" userId="S::a086023@aivle.kt.co.kr::f1fea3fa-8c68-41eb-9ad3-34a31df8b310" providerId="AD" clId="Web-{5691BBB1-A371-DB9F-C646-13DFC11D03E6}" dt="2025-11-13T05:20:38.695" v="389"/>
      <pc:docMkLst>
        <pc:docMk/>
      </pc:docMkLst>
      <pc:sldChg chg="modSp">
        <pc:chgData name="양시현" userId="S::a086023@aivle.kt.co.kr::f1fea3fa-8c68-41eb-9ad3-34a31df8b310" providerId="AD" clId="Web-{5691BBB1-A371-DB9F-C646-13DFC11D03E6}" dt="2025-11-13T05:20:38.695" v="389"/>
        <pc:sldMkLst>
          <pc:docMk/>
          <pc:sldMk cId="3624926231" sldId="3622"/>
        </pc:sldMkLst>
        <pc:graphicFrameChg chg="mod modGraphic">
          <ac:chgData name="양시현" userId="S::a086023@aivle.kt.co.kr::f1fea3fa-8c68-41eb-9ad3-34a31df8b310" providerId="AD" clId="Web-{5691BBB1-A371-DB9F-C646-13DFC11D03E6}" dt="2025-11-13T05:20:38.695" v="389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name="이수오" userId="S::a081048@aivle.kt.co.kr::0ba99c75-b44f-4742-adfe-804588421772" providerId="AD" clId="Web-{4FB45868-13B1-33A2-0BAD-1EC2A325AE5E}"/>
    <pc:docChg chg="modSld">
      <pc:chgData name="이수오" userId="S::a081048@aivle.kt.co.kr::0ba99c75-b44f-4742-adfe-804588421772" providerId="AD" clId="Web-{4FB45868-13B1-33A2-0BAD-1EC2A325AE5E}" dt="2025-10-17T06:08:42.818" v="17"/>
      <pc:docMkLst>
        <pc:docMk/>
      </pc:docMkLst>
      <pc:sldChg chg="modSp">
        <pc:chgData name="이수오" userId="S::a081048@aivle.kt.co.kr::0ba99c75-b44f-4742-adfe-804588421772" providerId="AD" clId="Web-{4FB45868-13B1-33A2-0BAD-1EC2A325AE5E}" dt="2025-10-17T06:08:42.818" v="17"/>
        <pc:sldMkLst>
          <pc:docMk/>
          <pc:sldMk cId="3624926231" sldId="3622"/>
        </pc:sldMkLst>
        <pc:graphicFrameChg chg="mod modGraphic">
          <ac:chgData name="이수오" userId="S::a081048@aivle.kt.co.kr::0ba99c75-b44f-4742-adfe-804588421772" providerId="AD" clId="Web-{4FB45868-13B1-33A2-0BAD-1EC2A325AE5E}" dt="2025-10-17T06:08:42.818" v="17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name="매니저 신효정" userId="S::c020043@aivle.kt.co.kr::731c459b-b028-4087-808f-67acb8034869" providerId="AD" clId="Web-{93146202-26F1-4B92-1CA7-04AAADDE1FDB}"/>
    <pc:docChg chg="modSld">
      <pc:chgData name="매니저 신효정" userId="S::c020043@aivle.kt.co.kr::731c459b-b028-4087-808f-67acb8034869" providerId="AD" clId="Web-{93146202-26F1-4B92-1CA7-04AAADDE1FDB}" dt="2025-11-06T04:12:44.398" v="3"/>
      <pc:docMkLst>
        <pc:docMk/>
      </pc:docMkLst>
    </pc:docChg>
  </pc:docChgLst>
  <pc:docChgLst>
    <pc:chgData name="하태욱" userId="S::a081001@aivle.kt.co.kr::47d6d35b-818e-471d-932b-2cbba8315c12" providerId="AD" clId="Web-{4A5448DE-3B6D-4A4C-8BB3-5CF3A84B7282}"/>
    <pc:docChg chg="modSld">
      <pc:chgData name="하태욱" userId="S::a081001@aivle.kt.co.kr::47d6d35b-818e-471d-932b-2cbba8315c12" providerId="AD" clId="Web-{4A5448DE-3B6D-4A4C-8BB3-5CF3A84B7282}" dt="2025-10-17T06:06:48.230" v="678"/>
      <pc:docMkLst>
        <pc:docMk/>
      </pc:docMkLst>
      <pc:sldChg chg="addSp delSp modSp">
        <pc:chgData name="하태욱" userId="S::a081001@aivle.kt.co.kr::47d6d35b-818e-471d-932b-2cbba8315c12" providerId="AD" clId="Web-{4A5448DE-3B6D-4A4C-8BB3-5CF3A84B7282}" dt="2025-10-17T06:06:48.230" v="678"/>
        <pc:sldMkLst>
          <pc:docMk/>
          <pc:sldMk cId="3624926231" sldId="3622"/>
        </pc:sldMkLst>
        <pc:graphicFrameChg chg="mod modGraphic">
          <ac:chgData name="하태욱" userId="S::a081001@aivle.kt.co.kr::47d6d35b-818e-471d-932b-2cbba8315c12" providerId="AD" clId="Web-{4A5448DE-3B6D-4A4C-8BB3-5CF3A84B7282}" dt="2025-10-17T06:06:48.230" v="678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name="서범수" userId="S::a083091@aivle.kt.co.kr::36e24855-98b6-4a89-96d5-32dc2e6bffa6" providerId="AD" clId="Web-{A63A93EA-8B0C-5CD5-BE51-2E29AD76A295}"/>
    <pc:docChg chg="modSld">
      <pc:chgData name="서범수" userId="S::a083091@aivle.kt.co.kr::36e24855-98b6-4a89-96d5-32dc2e6bffa6" providerId="AD" clId="Web-{A63A93EA-8B0C-5CD5-BE51-2E29AD76A295}" dt="2025-10-31T07:06:46.574" v="11"/>
      <pc:docMkLst>
        <pc:docMk/>
      </pc:docMkLst>
    </pc:docChg>
  </pc:docChgLst>
  <pc:docChgLst>
    <pc:chgData name="고진영" userId="S::a086018@aivle.kt.co.kr::76391564-9614-42ff-8f1c-44349a0b4b19" providerId="AD" clId="Web-{48F9441D-DEE6-D8B4-91D3-F5A5F479054C}"/>
    <pc:docChg chg="modSld">
      <pc:chgData name="고진영" userId="S::a086018@aivle.kt.co.kr::76391564-9614-42ff-8f1c-44349a0b4b19" providerId="AD" clId="Web-{48F9441D-DEE6-D8B4-91D3-F5A5F479054C}" dt="2025-10-17T06:14:19.077" v="137"/>
      <pc:docMkLst>
        <pc:docMk/>
      </pc:docMkLst>
      <pc:sldChg chg="modSp">
        <pc:chgData name="고진영" userId="S::a086018@aivle.kt.co.kr::76391564-9614-42ff-8f1c-44349a0b4b19" providerId="AD" clId="Web-{48F9441D-DEE6-D8B4-91D3-F5A5F479054C}" dt="2025-10-17T06:14:19.077" v="137"/>
        <pc:sldMkLst>
          <pc:docMk/>
          <pc:sldMk cId="3624926231" sldId="3622"/>
        </pc:sldMkLst>
        <pc:graphicFrameChg chg="mod modGraphic">
          <ac:chgData name="고진영" userId="S::a086018@aivle.kt.co.kr::76391564-9614-42ff-8f1c-44349a0b4b19" providerId="AD" clId="Web-{48F9441D-DEE6-D8B4-91D3-F5A5F479054C}" dt="2025-10-17T06:14:19.077" v="137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name="서범수" userId="S::a083091@aivle.kt.co.kr::36e24855-98b6-4a89-96d5-32dc2e6bffa6" providerId="AD" clId="Web-{4B357546-3825-3761-EC02-DA700DBA43ED}"/>
    <pc:docChg chg="modSld">
      <pc:chgData name="서범수" userId="S::a083091@aivle.kt.co.kr::36e24855-98b6-4a89-96d5-32dc2e6bffa6" providerId="AD" clId="Web-{4B357546-3825-3761-EC02-DA700DBA43ED}" dt="2025-10-31T07:07:21.561" v="3"/>
      <pc:docMkLst>
        <pc:docMk/>
      </pc:docMkLst>
    </pc:docChg>
  </pc:docChgLst>
  <pc:docChgLst>
    <pc:chgData name="김다온" userId="S::a086014@aivle.kt.co.kr::48d8976e-42e4-4c08-81a1-b656cdf07508" providerId="AD" clId="Web-{09A8C53F-54AF-F171-D26A-48A37117646A}"/>
    <pc:docChg chg="modSld">
      <pc:chgData name="김다온" userId="S::a086014@aivle.kt.co.kr::48d8976e-42e4-4c08-81a1-b656cdf07508" providerId="AD" clId="Web-{09A8C53F-54AF-F171-D26A-48A37117646A}" dt="2025-10-17T06:31:37.756" v="1" actId="1076"/>
      <pc:docMkLst>
        <pc:docMk/>
      </pc:docMkLst>
    </pc:docChg>
  </pc:docChgLst>
  <pc:docChgLst>
    <pc:chgData name="김세영" userId="S::a086051@aivle.kt.co.kr::d75563dd-89ac-4666-8e1b-aab68762d8b1" providerId="AD" clId="Web-{103B76A3-D6D8-49F3-B031-CD5328054516}"/>
    <pc:docChg chg="modSld">
      <pc:chgData name="김세영" userId="S::a086051@aivle.kt.co.kr::d75563dd-89ac-4666-8e1b-aab68762d8b1" providerId="AD" clId="Web-{103B76A3-D6D8-49F3-B031-CD5328054516}" dt="2025-11-13T04:52:53.506" v="135"/>
      <pc:docMkLst>
        <pc:docMk/>
      </pc:docMkLst>
      <pc:sldChg chg="modSp">
        <pc:chgData name="김세영" userId="S::a086051@aivle.kt.co.kr::d75563dd-89ac-4666-8e1b-aab68762d8b1" providerId="AD" clId="Web-{103B76A3-D6D8-49F3-B031-CD5328054516}" dt="2025-11-13T04:52:53.506" v="135"/>
        <pc:sldMkLst>
          <pc:docMk/>
          <pc:sldMk cId="3624926231" sldId="3622"/>
        </pc:sldMkLst>
        <pc:graphicFrameChg chg="mod modGraphic">
          <ac:chgData name="김세영" userId="S::a086051@aivle.kt.co.kr::d75563dd-89ac-4666-8e1b-aab68762d8b1" providerId="AD" clId="Web-{103B76A3-D6D8-49F3-B031-CD5328054516}" dt="2025-11-13T04:52:53.506" v="135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name="오정우" userId="S::a086002@aivle.kt.co.kr::3e92acf9-1de5-41f3-86c0-5e99bc1758d3" providerId="AD" clId="Web-{ADE08301-3760-8EA8-EEF3-B0FAE3919DE7}"/>
    <pc:docChg chg="modSld">
      <pc:chgData name="오정우" userId="S::a086002@aivle.kt.co.kr::3e92acf9-1de5-41f3-86c0-5e99bc1758d3" providerId="AD" clId="Web-{ADE08301-3760-8EA8-EEF3-B0FAE3919DE7}" dt="2025-11-13T05:42:10.317" v="10"/>
      <pc:docMkLst>
        <pc:docMk/>
      </pc:docMkLst>
      <pc:sldChg chg="modSp">
        <pc:chgData name="오정우" userId="S::a086002@aivle.kt.co.kr::3e92acf9-1de5-41f3-86c0-5e99bc1758d3" providerId="AD" clId="Web-{ADE08301-3760-8EA8-EEF3-B0FAE3919DE7}" dt="2025-11-13T05:42:10.317" v="10"/>
        <pc:sldMkLst>
          <pc:docMk/>
          <pc:sldMk cId="3624926231" sldId="3622"/>
        </pc:sldMkLst>
        <pc:graphicFrameChg chg="mod modGraphic">
          <ac:chgData name="오정우" userId="S::a086002@aivle.kt.co.kr::3e92acf9-1de5-41f3-86c0-5e99bc1758d3" providerId="AD" clId="Web-{ADE08301-3760-8EA8-EEF3-B0FAE3919DE7}" dt="2025-11-13T05:42:10.317" v="10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name="최정욱" userId="S::a081024@aivle.kt.co.kr::444f00a0-ed71-4d87-b893-4460cb91a288" providerId="AD" clId="Web-{32169380-36A2-5696-19D1-BDE031857CB2}"/>
    <pc:docChg chg="modSld">
      <pc:chgData name="최정욱" userId="S::a081024@aivle.kt.co.kr::444f00a0-ed71-4d87-b893-4460cb91a288" providerId="AD" clId="Web-{32169380-36A2-5696-19D1-BDE031857CB2}" dt="2025-10-17T06:51:00.165" v="105"/>
      <pc:docMkLst>
        <pc:docMk/>
      </pc:docMkLst>
      <pc:sldChg chg="modSp">
        <pc:chgData name="최정욱" userId="S::a081024@aivle.kt.co.kr::444f00a0-ed71-4d87-b893-4460cb91a288" providerId="AD" clId="Web-{32169380-36A2-5696-19D1-BDE031857CB2}" dt="2025-10-17T06:51:00.165" v="105"/>
        <pc:sldMkLst>
          <pc:docMk/>
          <pc:sldMk cId="3624926231" sldId="3622"/>
        </pc:sldMkLst>
        <pc:graphicFrameChg chg="mod modGraphic">
          <ac:chgData name="최정욱" userId="S::a081024@aivle.kt.co.kr::444f00a0-ed71-4d87-b893-4460cb91a288" providerId="AD" clId="Web-{32169380-36A2-5696-19D1-BDE031857CB2}" dt="2025-10-17T06:51:00.165" v="105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  <pc:docChgLst>
    <pc:chgData clId="Web-{67EE4B98-2129-41C1-402B-01622CB04249}"/>
    <pc:docChg chg="modSld">
      <pc:chgData name="" userId="" providerId="" clId="Web-{67EE4B98-2129-41C1-402B-01622CB04249}" dt="2025-10-17T06:16:00.986" v="5"/>
      <pc:docMkLst>
        <pc:docMk/>
      </pc:docMkLst>
    </pc:docChg>
  </pc:docChgLst>
  <pc:docChgLst>
    <pc:chgData name="박기현" userId="S::a083030@aivle.kt.co.kr::57f9c9cf-b938-41aa-9034-dc075438be55" providerId="AD" clId="Web-{D43F6D66-C8F9-F6DF-FCF5-013D9606CC85}"/>
    <pc:docChg chg="modSld">
      <pc:chgData name="박기현" userId="S::a083030@aivle.kt.co.kr::57f9c9cf-b938-41aa-9034-dc075438be55" providerId="AD" clId="Web-{D43F6D66-C8F9-F6DF-FCF5-013D9606CC85}" dt="2025-10-17T06:12:25.131" v="5"/>
      <pc:docMkLst>
        <pc:docMk/>
      </pc:docMkLst>
    </pc:docChg>
  </pc:docChgLst>
  <pc:docChgLst>
    <pc:chgData name="김의성" userId="S::a086068@aivle.kt.co.kr::798b20b5-328a-4236-b235-87533560d0c7" providerId="AD" clId="Web-{57F5ADA7-A4D0-0EF1-7AB8-1C4E912C6444}"/>
    <pc:docChg chg="modSld">
      <pc:chgData name="김의성" userId="S::a086068@aivle.kt.co.kr::798b20b5-328a-4236-b235-87533560d0c7" providerId="AD" clId="Web-{57F5ADA7-A4D0-0EF1-7AB8-1C4E912C6444}" dt="2025-11-13T05:19:07.373" v="3"/>
      <pc:docMkLst>
        <pc:docMk/>
      </pc:docMkLst>
    </pc:docChg>
  </pc:docChgLst>
  <pc:docChgLst>
    <pc:chgData name="이태훈" userId="S::a086045@aivle.kt.co.kr::9343f483-faaa-4219-b63d-6ed5969d5622" providerId="AD" clId="Web-{5CAC29A9-7E78-E02D-DB94-2B9C1B734BFC}"/>
    <pc:docChg chg="modSld">
      <pc:chgData name="이태훈" userId="S::a086045@aivle.kt.co.kr::9343f483-faaa-4219-b63d-6ed5969d5622" providerId="AD" clId="Web-{5CAC29A9-7E78-E02D-DB94-2B9C1B734BFC}" dt="2025-11-13T04:55:38.981" v="25"/>
      <pc:docMkLst>
        <pc:docMk/>
      </pc:docMkLst>
    </pc:docChg>
  </pc:docChgLst>
  <pc:docChgLst>
    <pc:chgData name="김세영" userId="S::a086051@aivle.kt.co.kr::d75563dd-89ac-4666-8e1b-aab68762d8b1" providerId="AD" clId="Web-{CA85FBED-88F3-43A8-BC6F-4241A323DECA}"/>
    <pc:docChg chg="modSld">
      <pc:chgData name="김세영" userId="S::a086051@aivle.kt.co.kr::d75563dd-89ac-4666-8e1b-aab68762d8b1" providerId="AD" clId="Web-{CA85FBED-88F3-43A8-BC6F-4241A323DECA}" dt="2025-11-13T04:38:05.296" v="7"/>
      <pc:docMkLst>
        <pc:docMk/>
      </pc:docMkLst>
    </pc:docChg>
  </pc:docChgLst>
  <pc:docChgLst>
    <pc:chgData name="이민혁" userId="S::a086017@aivle.kt.co.kr::6487afc7-1710-4913-bfcf-7bd34f6a977b" providerId="AD" clId="Web-{6C4E25F1-AA86-5B4E-86E5-CEB06C7ABFFB}"/>
    <pc:docChg chg="modSld">
      <pc:chgData name="이민혁" userId="S::a086017@aivle.kt.co.kr::6487afc7-1710-4913-bfcf-7bd34f6a977b" providerId="AD" clId="Web-{6C4E25F1-AA86-5B4E-86E5-CEB06C7ABFFB}" dt="2025-11-13T05:21:53.626" v="104"/>
      <pc:docMkLst>
        <pc:docMk/>
      </pc:docMkLst>
    </pc:docChg>
  </pc:docChgLst>
  <pc:docChgLst>
    <pc:chgData name="이한조" userId="S::a081102@aivle.kt.co.kr::628f3692-d047-4881-ab23-8a88976d36d1" providerId="AD" clId="Web-{3B14FFAF-1ACC-51E4-A6E6-C3F2465B738D}"/>
    <pc:docChg chg="modSld">
      <pc:chgData name="이한조" userId="S::a081102@aivle.kt.co.kr::628f3692-d047-4881-ab23-8a88976d36d1" providerId="AD" clId="Web-{3B14FFAF-1ACC-51E4-A6E6-C3F2465B738D}" dt="2025-10-17T06:09:18.394" v="5"/>
      <pc:docMkLst>
        <pc:docMk/>
      </pc:docMkLst>
    </pc:docChg>
  </pc:docChgLst>
  <pc:docChgLst>
    <pc:chgData name="이정제" userId="S::a086063@aivle.kt.co.kr::bacc7727-869d-446d-b705-be046b2c1c0a" providerId="AD" clId="Web-{C94A21F1-7F0B-4BFE-A127-FC9A9AAD1050}"/>
    <pc:docChg chg="modSld">
      <pc:chgData name="이정제" userId="S::a086063@aivle.kt.co.kr::bacc7727-869d-446d-b705-be046b2c1c0a" providerId="AD" clId="Web-{C94A21F1-7F0B-4BFE-A127-FC9A9AAD1050}" dt="2025-11-13T05:26:07.770" v="115"/>
      <pc:docMkLst>
        <pc:docMk/>
      </pc:docMkLst>
    </pc:docChg>
  </pc:docChgLst>
  <pc:docChgLst>
    <pc:chgData name="이세용" userId="S::a084061@aivle.kt.co.kr::7c83e4d2-52e4-40f6-8db4-69a0f2e5596d" providerId="AD" clId="Web-{67EE4B98-2129-41C1-402B-01622CB04249}"/>
    <pc:docChg chg="modSld">
      <pc:chgData name="이세용" userId="S::a084061@aivle.kt.co.kr::7c83e4d2-52e4-40f6-8db4-69a0f2e5596d" providerId="AD" clId="Web-{67EE4B98-2129-41C1-402B-01622CB04249}" dt="2025-10-17T06:16:05.001" v="11"/>
      <pc:docMkLst>
        <pc:docMk/>
      </pc:docMkLst>
    </pc:docChg>
  </pc:docChgLst>
  <pc:docChgLst>
    <pc:chgData name="양시현" userId="S::a086023@aivle.kt.co.kr::f1fea3fa-8c68-41eb-9ad3-34a31df8b310" providerId="AD" clId="Web-{687CA0D9-8698-A627-BE3B-07474ED1CF53}"/>
    <pc:docChg chg="modSld">
      <pc:chgData name="양시현" userId="S::a086023@aivle.kt.co.kr::f1fea3fa-8c68-41eb-9ad3-34a31df8b310" providerId="AD" clId="Web-{687CA0D9-8698-A627-BE3B-07474ED1CF53}" dt="2025-11-13T05:42:56.141" v="190"/>
      <pc:docMkLst>
        <pc:docMk/>
      </pc:docMkLst>
      <pc:sldChg chg="modSp">
        <pc:chgData name="양시현" userId="S::a086023@aivle.kt.co.kr::f1fea3fa-8c68-41eb-9ad3-34a31df8b310" providerId="AD" clId="Web-{687CA0D9-8698-A627-BE3B-07474ED1CF53}" dt="2025-11-13T05:42:56.141" v="190"/>
        <pc:sldMkLst>
          <pc:docMk/>
          <pc:sldMk cId="3624926231" sldId="3622"/>
        </pc:sldMkLst>
        <pc:graphicFrameChg chg="mod modGraphic">
          <ac:chgData name="양시현" userId="S::a086023@aivle.kt.co.kr::f1fea3fa-8c68-41eb-9ad3-34a31df8b310" providerId="AD" clId="Web-{687CA0D9-8698-A627-BE3B-07474ED1CF53}" dt="2025-11-13T05:42:56.141" v="190"/>
          <ac:graphicFrameMkLst>
            <pc:docMk/>
            <pc:sldMk cId="3624926231" sldId="3622"/>
            <ac:graphicFrameMk id="4" creationId="{79B0CB51-8791-4048-AEF7-0282A6E7819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EE2-0F71-437D-9438-13CCE6E2D3A4}" type="datetimeFigureOut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2025-11-12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53A9-D8CC-4D53-A6BF-2C0C2798EC5D}" type="slidenum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‹#›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901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202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>
              <a:solidFill>
                <a:srgbClr val="7F7F7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>
                <a:solidFill>
                  <a:srgbClr val="34AEAA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Arial"/>
                <a:sym typeface="Arial"/>
              </a:rPr>
              <a:t>KT AIVLE School</a:t>
            </a:r>
            <a:endParaRPr sz="1723">
              <a:solidFill>
                <a:srgbClr val="34AEAA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</a:endParaRPr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84566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688165" marR="0" lvl="2" indent="-416804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250887" marR="0" lvl="3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F3DB9266-1032-4535-A5FC-D4964A5049A9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조별 과제 </a:t>
            </a:r>
            <a:r>
              <a:rPr lang="en-US" altLang="ko-KR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1P </a:t>
            </a:r>
            <a:r>
              <a:rPr lang="ko-KR" altLang="en-US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정리</a:t>
            </a:r>
          </a:p>
        </p:txBody>
      </p:sp>
      <p:graphicFrame>
        <p:nvGraphicFramePr>
          <p:cNvPr id="4" name="Google Shape;516;g1b5d807d25a_29_172">
            <a:extLst>
              <a:ext uri="{FF2B5EF4-FFF2-40B4-BE49-F238E27FC236}">
                <a16:creationId xmlns:a16="http://schemas.microsoft.com/office/drawing/2014/main" id="{79B0CB51-8791-4048-AEF7-0282A6E78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8213479"/>
              </p:ext>
            </p:extLst>
          </p:nvPr>
        </p:nvGraphicFramePr>
        <p:xfrm>
          <a:off x="174444" y="1117264"/>
          <a:ext cx="11834944" cy="552643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2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1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77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ea typeface="나눔스퀘어 Bold"/>
                        </a:rPr>
                        <a:t>반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ea typeface="나눔스퀘어 Bold"/>
                        </a:rPr>
                        <a:t>/</a:t>
                      </a:r>
                      <a:r>
                        <a:rPr lang="ko-KR" altLang="en-US" sz="1400" b="1">
                          <a:solidFill>
                            <a:schemeClr val="bg1"/>
                          </a:solidFill>
                          <a:ea typeface="나눔스퀘어 Bold"/>
                        </a:rPr>
                        <a:t>조</a:t>
                      </a:r>
                      <a:endParaRPr lang="en-US" sz="1400" b="1">
                        <a:solidFill>
                          <a:schemeClr val="bg1"/>
                        </a:solidFill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부산/경남 </a:t>
                      </a:r>
                      <a:r>
                        <a:rPr lang="en-US" altLang="en-US" sz="1400">
                          <a:solidFill>
                            <a:schemeClr val="bg1"/>
                          </a:solidFill>
                          <a:ea typeface="나눔스퀘어 Bold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ea typeface="나눔스퀘어 Bold"/>
                        </a:rPr>
                        <a:t>반 </a:t>
                      </a:r>
                      <a:r>
                        <a:rPr lang="en-US" altLang="en-US" sz="1400">
                          <a:solidFill>
                            <a:schemeClr val="bg1"/>
                          </a:solidFill>
                          <a:ea typeface="나눔스퀘어 Bold"/>
                        </a:rPr>
                        <a:t>19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ea typeface="나눔스퀘어 Bold"/>
                        </a:rPr>
                        <a:t>조</a:t>
                      </a:r>
                      <a:endParaRPr lang="en-US" altLang="ko-KR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조원 성명</a:t>
                      </a:r>
                      <a:endParaRPr lang="en-US" altLang="ko-KR" sz="1200" b="1" u="none" strike="noStrike" cap="none">
                        <a:solidFill>
                          <a:schemeClr val="tx1"/>
                        </a:solidFill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1" u="none" strike="noStrike" cap="none" err="1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양시현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, </a:t>
                      </a:r>
                      <a:r>
                        <a:rPr lang="ko-KR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이민혁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, </a:t>
                      </a:r>
                      <a:r>
                        <a:rPr lang="ko-KR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김세영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, </a:t>
                      </a:r>
                      <a:r>
                        <a:rPr lang="ko-KR" altLang="ko-KR" sz="1200" b="1" u="none" strike="noStrike" cap="none" err="1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김의성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, </a:t>
                      </a:r>
                      <a:r>
                        <a:rPr lang="ko-KR" altLang="ko-KR" sz="1200" b="1" u="none" strike="noStrike" cap="none" err="1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오정우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, </a:t>
                      </a:r>
                      <a:r>
                        <a:rPr lang="ko-KR" altLang="ko-KR" sz="1200" b="1" u="none" strike="noStrike" cap="none" err="1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이정제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, </a:t>
                      </a:r>
                      <a:r>
                        <a:rPr lang="ko-KR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이태훈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, </a:t>
                      </a:r>
                      <a:r>
                        <a:rPr lang="ko-KR" altLang="ko-KR" sz="1200" b="1" u="none" strike="noStrike" cap="none">
                          <a:solidFill>
                            <a:schemeClr val="tx1"/>
                          </a:solidFill>
                          <a:latin typeface="Malgun Gothic"/>
                          <a:ea typeface="나눔스퀘어 Bold"/>
                        </a:rPr>
                        <a:t>정민주</a:t>
                      </a:r>
                      <a:endParaRPr lang="en-US" altLang="ko-KR" sz="1200" b="1" u="none" strike="noStrike" cap="none">
                        <a:solidFill>
                          <a:schemeClr val="tx1"/>
                        </a:solidFill>
                        <a:latin typeface="Malgun Gothic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과제명</a:t>
                      </a:r>
                      <a:endParaRPr lang="en-US" sz="1400" b="1">
                        <a:solidFill>
                          <a:schemeClr val="tx1"/>
                        </a:solidFill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</a:rPr>
                        <a:t>온 </a:t>
                      </a:r>
                      <a:r>
                        <a:rPr lang="ko-KR" sz="1200" b="1" i="0" u="none" strike="noStrike" cap="none" noProof="0" err="1">
                          <a:solidFill>
                            <a:srgbClr val="000000"/>
                          </a:solidFill>
                        </a:rPr>
                        <a:t>프레미스</a:t>
                      </a: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</a:rPr>
                        <a:t> 기반 AI 플랫폼</a:t>
                      </a:r>
                      <a:endParaRPr lang="en-US" altLang="ko-KR" b="1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주요 서비스 내용</a:t>
                      </a:r>
                      <a:endParaRPr lang="ko-KR" altLang="en-US" sz="1400" b="1" u="none" strike="noStrike" cap="none">
                        <a:solidFill>
                          <a:srgbClr val="000000"/>
                        </a:solidFill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</a:rPr>
                        <a:t>1. AI 비서(</a:t>
                      </a:r>
                      <a:r>
                        <a:rPr lang="ko-KR" sz="1200" b="1" i="0" u="none" strike="noStrike" cap="none" noProof="0" err="1">
                          <a:solidFill>
                            <a:srgbClr val="000000"/>
                          </a:solidFill>
                        </a:rPr>
                        <a:t>챗봇</a:t>
                      </a: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</a:rPr>
                        <a:t>):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sz="1200" b="0" i="0" u="none" strike="noStrike" cap="none" noProof="0" err="1">
                          <a:solidFill>
                            <a:srgbClr val="000000"/>
                          </a:solidFill>
                        </a:rPr>
                        <a:t>내부망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 환경에서 대화형 AI 제공, 내부 규정 질의응답, 보고서/메일 초안 작성, 문서 요약 등 업무 지원</a:t>
                      </a:r>
                      <a:endParaRPr lang="en-US" altLang="ko-KR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</a:rPr>
                        <a:t>2. 개발 지원: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 AI 기반 소스코드 리뷰, </a:t>
                      </a:r>
                      <a:r>
                        <a:rPr lang="ko-KR" sz="1200" b="0" i="0" u="none" strike="noStrike" cap="none" noProof="0" err="1">
                          <a:solidFill>
                            <a:srgbClr val="000000"/>
                          </a:solidFill>
                        </a:rPr>
                        <a:t>오류·취약점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 검출, 자동 주석/문서화로 개발 업무 효율화</a:t>
                      </a:r>
                      <a:endParaRPr lang="ko-KR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</a:rPr>
                        <a:t>3. </a:t>
                      </a:r>
                      <a:r>
                        <a:rPr lang="ko-KR" sz="1200" b="1" i="0" u="none" strike="noStrike" cap="none" noProof="0" err="1">
                          <a:solidFill>
                            <a:srgbClr val="000000"/>
                          </a:solidFill>
                        </a:rPr>
                        <a:t>프라이빗</a:t>
                      </a: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sz="1200" b="1" i="0" u="none" strike="noStrike" cap="none" noProof="0" err="1">
                          <a:solidFill>
                            <a:srgbClr val="000000"/>
                          </a:solidFill>
                        </a:rPr>
                        <a:t>학습·운영</a:t>
                      </a: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sz="1200" b="0" i="0" u="none" strike="noStrike" cap="none" noProof="0" err="1">
                          <a:solidFill>
                            <a:srgbClr val="000000"/>
                          </a:solidFill>
                        </a:rPr>
                        <a:t>로컬활경을</a:t>
                      </a:r>
                      <a:r>
                        <a:rPr lang="ko-KR" altLang="en-US" sz="1200" b="0" i="0" u="none" strike="noStrike" cap="none" noProof="0">
                          <a:solidFill>
                            <a:srgbClr val="000000"/>
                          </a:solidFill>
                        </a:rPr>
                        <a:t> 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통한 데이터 외부 전송 차단, </a:t>
                      </a:r>
                      <a:r>
                        <a:rPr lang="ko-KR" altLang="en-US" sz="1200" b="0" i="0" u="none" strike="noStrike" cap="none" noProof="0">
                          <a:solidFill>
                            <a:srgbClr val="000000"/>
                          </a:solidFill>
                        </a:rPr>
                        <a:t>온 </a:t>
                      </a:r>
                      <a:r>
                        <a:rPr lang="ko-KR" altLang="en-US" sz="1200" b="0" i="0" u="none" strike="noStrike" cap="none" noProof="0" err="1">
                          <a:solidFill>
                            <a:srgbClr val="000000"/>
                          </a:solidFill>
                        </a:rPr>
                        <a:t>프레미스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 환경 제공 및 기업 맞춤형 학습을 통한 제공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i="0" u="none" strike="noStrike" cap="non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4.</a:t>
                      </a: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sz="1200" b="1" i="0" u="none" strike="noStrike" cap="none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모듈화된</a:t>
                      </a:r>
                      <a:r>
                        <a:rPr lang="ko-KR" sz="1200" b="1" i="0" u="none" strike="noStrike" cap="non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플랫폼 구조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빠르게 발전하는 AI 모델을 </a:t>
                      </a:r>
                      <a:r>
                        <a:rPr lang="ko-KR" sz="1200" b="0" i="0" u="none" strike="noStrike" cap="none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교체·</a:t>
                      </a:r>
                      <a:r>
                        <a:rPr lang="ko-KR" altLang="en-US" sz="1200" b="0" i="0" u="none" strike="noStrike" cap="none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업그레이드</a:t>
                      </a:r>
                      <a:r>
                        <a:rPr lang="ko-KR" altLang="en-US" sz="1200" b="0" i="0" u="none" strike="noStrike" cap="non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할 수 있어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손쉽게 적용하고 </a:t>
                      </a:r>
                      <a:r>
                        <a:rPr lang="ko-KR" altLang="en-US" sz="1200" b="0" i="0" u="none" strike="noStrike" cap="non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조직에 맞춰 지속적으로</a:t>
                      </a: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개선 가능</a:t>
                      </a:r>
                      <a:r>
                        <a:rPr lang="ko-KR" altLang="en-US" sz="1200" b="0" i="0" u="none" strike="noStrike" cap="none" noProof="0">
                          <a:solidFill>
                            <a:srgbClr val="000000"/>
                          </a:solidFill>
                        </a:rPr>
                        <a:t> </a:t>
                      </a:r>
                      <a:endParaRPr lang="ko-KR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452572"/>
                  </a:ext>
                </a:extLst>
              </a:tr>
              <a:tr h="4697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목표 고객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(B2B.B2G </a:t>
                      </a:r>
                      <a:r>
                        <a:rPr lang="ko-KR" altLang="en-US" sz="11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대상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)</a:t>
                      </a:r>
                      <a:endParaRPr lang="en-US" sz="1400" b="1" u="none" strike="noStrike" cap="none">
                        <a:solidFill>
                          <a:schemeClr val="tx1"/>
                        </a:solidFill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(B2B) 금융기관, 보안 기업, 내부 개발팀</a:t>
                      </a:r>
                      <a:endParaRPr lang="en-US" altLang="ko-KR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i="0" u="none" strike="noStrike" cap="none" noProof="0">
                          <a:solidFill>
                            <a:srgbClr val="000000"/>
                          </a:solidFill>
                        </a:rPr>
                        <a:t>(B2G) 군/방위 관련 기관, 정부 IT 부서</a:t>
                      </a:r>
                      <a:endParaRPr lang="ko-KR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29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Arial"/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과제 선정 배경</a:t>
                      </a:r>
                      <a:endParaRPr lang="en-US" altLang="ko-KR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생성형 </a:t>
                      </a:r>
                      <a:r>
                        <a:rPr lang="ko-KR" sz="1200" b="0" i="0" u="none" strike="noStrike" noProof="0" err="1">
                          <a:solidFill>
                            <a:srgbClr val="000000"/>
                          </a:solidFill>
                        </a:rPr>
                        <a:t>AI를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 통한 업무 혁신이 주목받고 있으나, 보안 규제로 인해 </a:t>
                      </a:r>
                      <a:r>
                        <a:rPr lang="ko-KR" sz="1200" b="0" i="0" u="none" strike="noStrike" noProof="0" err="1">
                          <a:solidFill>
                            <a:srgbClr val="000000"/>
                          </a:solidFill>
                        </a:rPr>
                        <a:t>금융·군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 등 민감 기관은 외부 서비스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</a:rPr>
                        <a:t>활용이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</a:rPr>
                        <a:t>어렵다.</a:t>
                      </a:r>
                      <a:endParaRPr lang="ko-KR" altLang="en-US"/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기업이 자체적으로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</a:rPr>
                        <a:t>온 </a:t>
                      </a:r>
                      <a:r>
                        <a:rPr lang="ko-KR" altLang="en-US" sz="1200" b="0" i="0" u="none" strike="noStrike" noProof="0" err="1">
                          <a:solidFill>
                            <a:srgbClr val="000000"/>
                          </a:solidFill>
                        </a:rPr>
                        <a:t>프레미스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sz="1200" b="0" i="0" u="none" strike="noStrike" noProof="0" err="1">
                          <a:solidFill>
                            <a:srgbClr val="000000"/>
                          </a:solidFill>
                        </a:rPr>
                        <a:t>AI를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</a:rPr>
                        <a:t>구축</a:t>
                      </a:r>
                      <a:r>
                        <a:rPr lang="en-US" altLang="en-US" sz="1200" b="0" i="0" u="none" strike="noStrike" noProof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</a:rPr>
                        <a:t>운영에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 막대한 인력과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</a:rPr>
                        <a:t>물자가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</a:rPr>
                        <a:t> 필요해 부담이 있어 자유로운 적용이 어렵다. </a:t>
                      </a:r>
                      <a:endParaRPr lang="ko-KR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 u="none" strike="noStrike" noProof="0">
                          <a:solidFill>
                            <a:srgbClr val="000000"/>
                          </a:solidFill>
                        </a:rPr>
                        <a:t>→ </a:t>
                      </a:r>
                      <a:r>
                        <a:rPr 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내부망에서 안전하게 운영되며, 범용 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AI</a:t>
                      </a:r>
                      <a:r>
                        <a:rPr 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sz="1200" b="1" i="0" u="none" strike="noStrike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챗봇과</a:t>
                      </a:r>
                      <a:r>
                        <a:rPr 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개발 지원 기능을 통합 </a:t>
                      </a:r>
                      <a:r>
                        <a:rPr lang="ko-KR" altLang="en-US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제공하고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 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AI</a:t>
                      </a:r>
                      <a:r>
                        <a:rPr lang="ko-KR" altLang="en-US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모델도 손쉽게 교체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·</a:t>
                      </a:r>
                      <a:r>
                        <a:rPr lang="ko-KR" altLang="en-US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업그레이드할 수 있는 </a:t>
                      </a:r>
                      <a:r>
                        <a:rPr lang="ko-KR" sz="1200" b="1" i="0" u="none" strike="noStrike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온프레미스</a:t>
                      </a:r>
                      <a:r>
                        <a:rPr 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AI 플랫폼 서비스로 </a:t>
                      </a:r>
                      <a:r>
                        <a:rPr lang="ko-KR" altLang="en-US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이러한 부담을 </a:t>
                      </a:r>
                      <a:r>
                        <a:rPr 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감소시킵니다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lang="ko-KR" sz="1200" b="1" i="0" u="none" strike="noStrike" noProof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05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Arial"/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활용 데이터</a:t>
                      </a:r>
                      <a:endParaRPr lang="en-US" altLang="ko-KR" sz="1400" b="1" u="none" strike="noStrike" cap="none">
                        <a:solidFill>
                          <a:schemeClr val="tx1"/>
                        </a:solidFill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cs typeface="Arial"/>
                        </a:rPr>
                        <a:t>기업</a:t>
                      </a:r>
                      <a:r>
                        <a:rPr lang="ko-KR" sz="1100" b="1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ko-KR" altLang="en-US" sz="1100" b="1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cs typeface="Arial"/>
                        </a:rPr>
                        <a:t>기관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cs typeface="Arial"/>
                        </a:rPr>
                        <a:t> 내부 문서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cs typeface="Arial"/>
                        </a:rPr>
                        <a:t>: </a:t>
                      </a:r>
                      <a:r>
                        <a:rPr 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보고서, 메일, 내부 규정, 매뉴얼 등 업무 수행에 필요한 텍스트 자료</a:t>
                      </a:r>
                      <a:br>
                        <a:rPr lang="ko-KR" altLang="en-US" sz="11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cs typeface="Arial"/>
                        </a:rPr>
                      </a:br>
                      <a:r>
                        <a:rPr lang="ko-KR" altLang="en-US" sz="11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cs typeface="Arial"/>
                        </a:rPr>
                        <a:t>개발 관련 데이터: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cs typeface="Arial"/>
                        </a:rPr>
                        <a:t> </a:t>
                      </a:r>
                      <a:r>
                        <a:rPr 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소스코드, 코드 스타일 가이드, 개발 문서, 주석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예시</a:t>
                      </a:r>
                      <a:br>
                        <a:rPr lang="ko-KR" altLang="en-US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</a:br>
                      <a:r>
                        <a:rPr lang="ko-KR" altLang="en-US" sz="1100" b="1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​조직 특화 데이터: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부서별 정책, 프로세스, 내부 지침 등 </a:t>
                      </a:r>
                      <a:r>
                        <a:rPr lang="ko-KR" altLang="en-US" sz="11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기관</a:t>
                      </a:r>
                      <a:r>
                        <a:rPr lang="ko-KR" sz="1100" b="1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ko-KR" altLang="en-US" sz="11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기업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특화 정보</a:t>
                      </a:r>
                      <a:endParaRPr lang="ko-KR" altLang="en-US" sz="1100" b="0" i="0" u="none" strike="noStrike" noProof="0" err="1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559410"/>
                  </a:ext>
                </a:extLst>
              </a:tr>
              <a:tr h="6228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Arial"/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ea typeface="나눔스퀘어 Bold"/>
                        </a:rPr>
                        <a:t>기대 효과</a:t>
                      </a:r>
                      <a:endParaRPr lang="en-US" altLang="ko-KR" sz="1400" b="1" u="none" strike="noStrike" cap="none">
                        <a:solidFill>
                          <a:schemeClr val="tx1"/>
                        </a:solidFill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1.</a:t>
                      </a:r>
                      <a:r>
                        <a:rPr lang="ko-KR" sz="1100" b="1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보안·규제</a:t>
                      </a:r>
                      <a:r>
                        <a:rPr lang="ko-KR" sz="1100" b="1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준수와 AI 활용 동시 </a:t>
                      </a:r>
                      <a:r>
                        <a:rPr lang="ko-KR" altLang="en-US" sz="1100" b="1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달성</a:t>
                      </a:r>
                      <a:r>
                        <a:rPr lang="en-US" altLang="ko-KR" sz="1100" b="1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:</a:t>
                      </a:r>
                      <a:r>
                        <a:rPr lang="ko-KR" altLang="en-US" sz="1100" b="1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내부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서버에서만 동작하는 </a:t>
                      </a:r>
                      <a:r>
                        <a:rPr lang="ko-KR" sz="11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온프레미스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ko-KR" sz="11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AI로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민감 정보 유출 우려를 최소화하고, </a:t>
                      </a:r>
                      <a:r>
                        <a:rPr lang="ko-KR" sz="11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금융·군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/</a:t>
                      </a:r>
                      <a:r>
                        <a:rPr lang="ko-KR" sz="11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방위·공공기관의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보안 규제를 충족한 상태에서 생성형 </a:t>
                      </a:r>
                      <a:r>
                        <a:rPr lang="ko-KR" sz="11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AI를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활용할 수 있다.</a:t>
                      </a:r>
                      <a:endParaRPr lang="en-US" altLang="ko-KR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2.</a:t>
                      </a:r>
                      <a:r>
                        <a:rPr lang="ko-KR" sz="1100" b="1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맑은 고딕"/>
                          <a:ea typeface="맑은 고딕"/>
                        </a:rPr>
                        <a:t>데이터 자산 기반 맞춤형 AI 역량 내재화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맑은 고딕"/>
                          <a:ea typeface="맑은 고딕"/>
                        </a:rPr>
                        <a:t>: 기관별 내부 데이터로 </a:t>
                      </a:r>
                      <a:r>
                        <a:rPr lang="ko-KR" sz="11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맑은 고딕"/>
                          <a:ea typeface="맑은 고딕"/>
                        </a:rPr>
                        <a:t>프라이빗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맑은 고딕"/>
                          <a:ea typeface="맑은 고딕"/>
                        </a:rPr>
                        <a:t> 학습을 수행함으로써 도메인 특화 성능을 확보하고, 장기적으로는 조직 내부에 AI 활용 노하우와 정책을 축적하는 기반을 마련할 수 있다.</a:t>
                      </a:r>
                      <a:r>
                        <a:rPr lang="ko-KR" altLang="en-US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맑은 고딕"/>
                          <a:ea typeface="맑은 고딕"/>
                        </a:rPr>
                        <a:t> </a:t>
                      </a:r>
                      <a:endParaRPr lang="ko-KR" sz="1100" b="0" i="0" u="none" strike="noStrike" noProof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맑은 고딕"/>
                        <a:ea typeface="맑은 고딕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3. 최신 AI 기술 신속 적용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: </a:t>
                      </a:r>
                      <a:r>
                        <a:rPr lang="ko-KR" sz="11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모듈화된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플랫폼 구조로 AI 모델을 쉽게 </a:t>
                      </a:r>
                      <a:r>
                        <a:rPr lang="ko-KR" sz="11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교체·업그레이드할</a:t>
                      </a:r>
                      <a:r>
                        <a:rPr 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수 있도록 하여, 빠르게 발전하는 생성형 AI 기술을 조직 환경에 맞춰 지속적으로 적용하고 개선할 수 있다</a:t>
                      </a:r>
                      <a:r>
                        <a:rPr lang="en-US" altLang="ko-KR" sz="11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.</a:t>
                      </a:r>
                      <a:endParaRPr lang="ko-KR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680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92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54F1DDE2E9E6041BD9B0202DD7C046A" ma:contentTypeVersion="3" ma:contentTypeDescription="새 문서를 만듭니다." ma:contentTypeScope="" ma:versionID="b20fbd9255eb0e6a140ba9c791532538">
  <xsd:schema xmlns:xsd="http://www.w3.org/2001/XMLSchema" xmlns:xs="http://www.w3.org/2001/XMLSchema" xmlns:p="http://schemas.microsoft.com/office/2006/metadata/properties" xmlns:ns2="8565d203-b98e-4f74-a725-581e0c199b66" targetNamespace="http://schemas.microsoft.com/office/2006/metadata/properties" ma:root="true" ma:fieldsID="de045fe1b40ce59b81daa3ba7fedea46" ns2:_="">
    <xsd:import namespace="8565d203-b98e-4f74-a725-581e0c199b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65d203-b98e-4f74-a725-581e0c199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1FCF3D-C840-4FBF-8DDC-2DF143DC150C}">
  <ds:schemaRefs>
    <ds:schemaRef ds:uri="8565d203-b98e-4f74-a725-581e0c199b6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6E4AB4-6812-4825-A477-08F4E4704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74F5F0-E47C-4CD4-9BF1-D80ACD90DC05}">
  <ds:schemaRefs>
    <ds:schemaRef ds:uri="83fa82f3-e9ff-4381-8a02-09a0217706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revision>1</cp:revision>
  <dcterms:modified xsi:type="dcterms:W3CDTF">2025-11-13T05:44:05Z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0x010100D54F1DDE2E9E6041BD9B0202DD7C046A</vt:lpwstr>
  </property>
  <property fmtid="{D5CDD505-2E9C-101B-9397-08002B2CF9AE}" pid="10" name="MediaServiceImageTags">
    <vt:lpwstr/>
  </property>
</Properties>
</file>