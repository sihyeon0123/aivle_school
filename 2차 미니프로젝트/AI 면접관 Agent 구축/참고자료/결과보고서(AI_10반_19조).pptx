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5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fa9e13140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g39fa9e13140_1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9fa9e13140_1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f9edc6e13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67" name="Google Shape;67;g39f9edc6e13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9edc6e13_1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82" name="Google Shape;82;g39f9edc6e13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9edc6e13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93" name="Google Shape;93;g39f9edc6e1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f9edc6e13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23" name="Google Shape;123;g39f9edc6e1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f9edc6e13_1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31" name="Google Shape;131;g39f9edc6e13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f9edc6e13_1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45" name="Google Shape;145;g39f9edc6e13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  <a:defRPr sz="180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t="67715" b="21944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t="25551" b="21944"/>
          <a:stretch/>
        </p:blipFill>
        <p:spPr>
          <a:xfrm>
            <a:off x="0" y="0"/>
            <a:ext cx="12192000" cy="360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t="67715" b="21944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" name="Google Shape;21;p3"/>
          <p:cNvCxnSpPr>
            <a:stCxn id="19" idx="1"/>
            <a:endCxn id="19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ko-KR" sz="1022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22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None/>
            </a:pPr>
            <a:r>
              <a:rPr lang="ko-KR" sz="1292" b="1" i="0" u="none" strike="noStrike" cap="non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 sz="1723" b="0" i="0" u="none" strike="noStrike" cap="none">
              <a:solidFill>
                <a:srgbClr val="34AE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3"/>
          <p:cNvCxnSpPr/>
          <p:nvPr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37679" y="404873"/>
            <a:ext cx="131450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7873572" y="3492799"/>
            <a:ext cx="2741372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9"/>
              <a:buFont typeface="Arial"/>
              <a:buNone/>
            </a:pPr>
            <a:r>
              <a:rPr lang="ko-KR" sz="196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72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4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2094" y="2907769"/>
            <a:ext cx="2372373" cy="49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24561"/>
            <a:ext cx="12192000" cy="750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864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96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0042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7660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7660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8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8"/>
          <p:cNvCxnSpPr/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8"/>
          <p:cNvSpPr txBox="1"/>
          <p:nvPr/>
        </p:nvSpPr>
        <p:spPr>
          <a:xfrm>
            <a:off x="983632" y="2223951"/>
            <a:ext cx="8245702" cy="120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개발자 트랙 미니프로젝트  2차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/>
              <a:t>AI 면접관 Agent 구축</a:t>
            </a:r>
            <a:endParaRPr sz="4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 txBox="1"/>
          <p:nvPr/>
        </p:nvSpPr>
        <p:spPr>
          <a:xfrm>
            <a:off x="983632" y="3444241"/>
            <a:ext cx="4202322" cy="64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sz="3200" b="1">
                <a:solidFill>
                  <a:srgbClr val="1F6765"/>
                </a:solidFill>
              </a:rPr>
              <a:t>10</a:t>
            </a: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반 </a:t>
            </a:r>
            <a:r>
              <a:rPr lang="ko-KR" sz="3200" b="1">
                <a:solidFill>
                  <a:srgbClr val="1F6765"/>
                </a:solidFill>
              </a:rPr>
              <a:t>19</a:t>
            </a:r>
            <a:r>
              <a:rPr lang="ko-KR" sz="3200" b="1" i="0" u="none" strike="noStrike" cap="non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조</a:t>
            </a:r>
            <a:endParaRPr sz="3200" b="1" i="0" u="none" strike="noStrike" cap="none">
              <a:solidFill>
                <a:srgbClr val="1F67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/>
          <p:nvPr/>
        </p:nvSpPr>
        <p:spPr>
          <a:xfrm>
            <a:off x="9765915" y="6335312"/>
            <a:ext cx="2227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9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9"/>
          <p:cNvCxnSpPr/>
          <p:nvPr/>
        </p:nvCxnSpPr>
        <p:spPr>
          <a:xfrm>
            <a:off x="983643" y="2857600"/>
            <a:ext cx="0" cy="106980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p9"/>
          <p:cNvSpPr txBox="1"/>
          <p:nvPr/>
        </p:nvSpPr>
        <p:spPr>
          <a:xfrm>
            <a:off x="1264075" y="2857600"/>
            <a:ext cx="82110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900" b="1"/>
              <a:t>목 차</a:t>
            </a:r>
            <a:endParaRPr sz="6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3205525" y="1332699"/>
            <a:ext cx="7019700" cy="41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ctr" anchorCtr="0">
            <a:noAutofit/>
          </a:bodyPr>
          <a:lstStyle/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  <a:buAutoNum type="arabicPeriod"/>
            </a:pPr>
            <a:r>
              <a:rPr lang="ko-KR" sz="3200" b="1" dirty="0">
                <a:solidFill>
                  <a:srgbClr val="1F6765"/>
                </a:solidFill>
              </a:rPr>
              <a:t>프로젝트 개요</a:t>
            </a:r>
            <a:endParaRPr sz="3200" b="1" dirty="0">
              <a:solidFill>
                <a:srgbClr val="1F6765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1F6765"/>
              </a:solidFill>
            </a:endParaRP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</a:pPr>
            <a:r>
              <a:rPr lang="en-US" altLang="ko-KR" sz="3200" b="1" dirty="0">
                <a:solidFill>
                  <a:srgbClr val="1F6765"/>
                </a:solidFill>
              </a:rPr>
              <a:t>2. </a:t>
            </a:r>
            <a:r>
              <a:rPr lang="ko-KR" sz="3200" b="1" dirty="0">
                <a:solidFill>
                  <a:srgbClr val="1F6765"/>
                </a:solidFill>
              </a:rPr>
              <a:t>왜 필요한가?</a:t>
            </a:r>
            <a:endParaRPr sz="3200" b="1" dirty="0">
              <a:solidFill>
                <a:srgbClr val="1F6765"/>
              </a:solidFill>
            </a:endParaRP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</a:pPr>
            <a:endParaRPr lang="en-US" altLang="ko-KR" sz="3200" b="1" dirty="0">
              <a:solidFill>
                <a:srgbClr val="1F6765"/>
              </a:solidFill>
            </a:endParaRP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</a:pPr>
            <a:r>
              <a:rPr lang="en-US" altLang="ko-KR" sz="3200" b="1" dirty="0">
                <a:solidFill>
                  <a:srgbClr val="1F6765"/>
                </a:solidFill>
              </a:rPr>
              <a:t>3. </a:t>
            </a:r>
            <a:r>
              <a:rPr lang="ko-KR" sz="3200" b="1" dirty="0">
                <a:solidFill>
                  <a:srgbClr val="1F6765"/>
                </a:solidFill>
              </a:rPr>
              <a:t>프로젝트 구조</a:t>
            </a:r>
            <a:endParaRPr sz="3200" b="1" dirty="0">
              <a:solidFill>
                <a:srgbClr val="1F6765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1F6765"/>
              </a:solidFill>
            </a:endParaRPr>
          </a:p>
          <a:p>
            <a:pPr marL="25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</a:pPr>
            <a:r>
              <a:rPr lang="en-US" altLang="ko-KR" sz="3200" b="1" dirty="0">
                <a:solidFill>
                  <a:srgbClr val="1F6765"/>
                </a:solidFill>
              </a:rPr>
              <a:t>4. </a:t>
            </a:r>
            <a:r>
              <a:rPr lang="ko-KR" sz="3200" b="1" dirty="0">
                <a:solidFill>
                  <a:srgbClr val="1F6765"/>
                </a:solidFill>
              </a:rPr>
              <a:t>프로젝트 결과</a:t>
            </a:r>
            <a:endParaRPr sz="3200" b="1" dirty="0">
              <a:solidFill>
                <a:srgbClr val="1F6765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1F6765"/>
              </a:solidFill>
            </a:endParaRPr>
          </a:p>
          <a:p>
            <a:pPr marL="25400" lvl="0" algn="l" rtl="0">
              <a:spcBef>
                <a:spcPts val="0"/>
              </a:spcBef>
              <a:spcAft>
                <a:spcPts val="0"/>
              </a:spcAft>
              <a:buClr>
                <a:srgbClr val="1F6765"/>
              </a:buClr>
              <a:buSzPts val="3200"/>
            </a:pPr>
            <a:r>
              <a:rPr lang="en-US" altLang="ko-KR" sz="3200" b="1" dirty="0">
                <a:solidFill>
                  <a:srgbClr val="1F6765"/>
                </a:solidFill>
              </a:rPr>
              <a:t>5. </a:t>
            </a:r>
            <a:r>
              <a:rPr lang="ko-KR" sz="3200" b="1" dirty="0">
                <a:solidFill>
                  <a:srgbClr val="1F6765"/>
                </a:solidFill>
              </a:rPr>
              <a:t>프로젝트 회고</a:t>
            </a:r>
            <a:endParaRPr sz="3200" b="1" dirty="0">
              <a:solidFill>
                <a:srgbClr val="1F676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프로젝트 개요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054125" y="2719090"/>
            <a:ext cx="5088600" cy="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단순 응답형 챗봇을 넘어,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</a:rPr>
              <a:t>AI가 스스로 질문·평가·피드백을 생성하는 </a:t>
            </a:r>
            <a:r>
              <a:rPr lang="ko-KR" b="1">
                <a:solidFill>
                  <a:schemeClr val="dk1"/>
                </a:solidFill>
              </a:rPr>
              <a:t>면접 자동화 시스템</a:t>
            </a:r>
            <a:r>
              <a:rPr lang="ko-KR">
                <a:solidFill>
                  <a:schemeClr val="dk1"/>
                </a:solidFill>
              </a:rPr>
              <a:t> 구축</a:t>
            </a:r>
            <a:endParaRPr sz="900"/>
          </a:p>
        </p:txBody>
      </p:sp>
      <p:sp>
        <p:nvSpPr>
          <p:cNvPr id="71" name="Google Shape;71;p10"/>
          <p:cNvSpPr/>
          <p:nvPr/>
        </p:nvSpPr>
        <p:spPr>
          <a:xfrm>
            <a:off x="181675" y="1348500"/>
            <a:ext cx="11853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 b="1"/>
              <a:t>“AI가 스스로 사고하고 질문하는 면접관을 만들 수 있을까?”</a:t>
            </a:r>
            <a:endParaRPr sz="22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/>
          </a:p>
        </p:txBody>
      </p:sp>
      <p:sp>
        <p:nvSpPr>
          <p:cNvPr id="72" name="Google Shape;72;p10"/>
          <p:cNvSpPr/>
          <p:nvPr/>
        </p:nvSpPr>
        <p:spPr>
          <a:xfrm>
            <a:off x="1054124" y="2269191"/>
            <a:ext cx="1232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/>
              <a:t>개발 목적</a:t>
            </a:r>
            <a:endParaRPr sz="1100" b="1"/>
          </a:p>
        </p:txBody>
      </p:sp>
      <p:sp>
        <p:nvSpPr>
          <p:cNvPr id="73" name="Google Shape;73;p10"/>
          <p:cNvSpPr/>
          <p:nvPr/>
        </p:nvSpPr>
        <p:spPr>
          <a:xfrm>
            <a:off x="1042851" y="4458038"/>
            <a:ext cx="49569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면접관의 사고 흐름을 구조적으로 모델링</a:t>
            </a: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LLM의 자기피드백(Reflection) 기능으로 평가 신뢰도 향상</a:t>
            </a: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ko-KR">
                <a:solidFill>
                  <a:schemeClr val="dk1"/>
                </a:solidFill>
              </a:rPr>
              <a:t>맞춤형 질문 전략으로 개인화 면접 구현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1080076" y="4002326"/>
            <a:ext cx="1232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/>
              <a:t>핵심 목표</a:t>
            </a:r>
            <a:endParaRPr sz="1100" b="1"/>
          </a:p>
        </p:txBody>
      </p:sp>
      <p:sp>
        <p:nvSpPr>
          <p:cNvPr id="75" name="Google Shape;75;p10"/>
          <p:cNvSpPr/>
          <p:nvPr/>
        </p:nvSpPr>
        <p:spPr>
          <a:xfrm>
            <a:off x="6384350" y="2199476"/>
            <a:ext cx="1232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/>
              <a:t>사용 기술</a:t>
            </a:r>
            <a:endParaRPr sz="1100"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</p:txBody>
      </p:sp>
      <p:pic>
        <p:nvPicPr>
          <p:cNvPr id="76" name="Google Shape;7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175" y="2788012"/>
            <a:ext cx="2287125" cy="14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7000" y="2788013"/>
            <a:ext cx="2506377" cy="14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3708" y="4429876"/>
            <a:ext cx="2010066" cy="14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87000" y="4678438"/>
            <a:ext cx="2506377" cy="874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왜 필요한가? 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2301096" y="3609260"/>
            <a:ext cx="24537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(ex. 코드 캡쳐본 등)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ko-KR" sz="1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없으면 안 넣으셔도 됩니다.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7218350" y="2121650"/>
            <a:ext cx="4025700" cy="38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ko-KR" sz="1700" b="1"/>
              <a:t>자가 진단의 어려움</a:t>
            </a:r>
            <a:endParaRPr sz="1700" b="1"/>
          </a:p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ko-KR" sz="1600"/>
              <a:t>스스로의 강점과 약점을 알 수 없음</a:t>
            </a:r>
            <a:endParaRPr sz="16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ko-KR" sz="1700" b="1">
                <a:solidFill>
                  <a:schemeClr val="dk1"/>
                </a:solidFill>
              </a:rPr>
              <a:t>면접 질문은 지원자 by 지원자</a:t>
            </a:r>
            <a:endParaRPr sz="20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ko-KR" sz="1600">
                <a:solidFill>
                  <a:schemeClr val="dk1"/>
                </a:solidFill>
              </a:rPr>
              <a:t>각 지원자의 경력과 경험을 기반으로 한 세밀한 분석이 필요</a:t>
            </a:r>
            <a:endParaRPr sz="2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ko-KR" sz="1700" b="1">
                <a:solidFill>
                  <a:schemeClr val="dk1"/>
                </a:solidFill>
              </a:rPr>
              <a:t>지원자에 대한 피드백 부재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ko-KR" sz="1600"/>
              <a:t>지원자는 스스로가 무엇을 보완해야 할 지 알 수 없음</a:t>
            </a:r>
            <a:endParaRPr sz="1600"/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550" y="2279274"/>
            <a:ext cx="5459985" cy="3196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/>
        </p:nvSpPr>
        <p:spPr>
          <a:xfrm>
            <a:off x="12632775" y="4041600"/>
            <a:ext cx="1680900" cy="25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1"/>
          <p:cNvSpPr/>
          <p:nvPr/>
        </p:nvSpPr>
        <p:spPr>
          <a:xfrm>
            <a:off x="188150" y="1348503"/>
            <a:ext cx="11847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 b="1"/>
              <a:t>“지원자가 겪는 현실적인 문제”</a:t>
            </a:r>
            <a:endParaRPr sz="22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프로젝트 구조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188150" y="1361479"/>
            <a:ext cx="11847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 b="1"/>
              <a:t>“AI 면접관의 사고를 모델링하다.”</a:t>
            </a:r>
            <a:endParaRPr sz="22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/>
          </a:p>
        </p:txBody>
      </p:sp>
      <p:sp>
        <p:nvSpPr>
          <p:cNvPr id="116" name="Google Shape;116;p12"/>
          <p:cNvSpPr/>
          <p:nvPr/>
        </p:nvSpPr>
        <p:spPr>
          <a:xfrm>
            <a:off x="13652350" y="1614078"/>
            <a:ext cx="114336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00" tIns="44575" rIns="89200" bIns="445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46"/>
          </a:p>
        </p:txBody>
      </p:sp>
      <p:pic>
        <p:nvPicPr>
          <p:cNvPr id="119" name="Google Shape;11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53" y="2300663"/>
            <a:ext cx="11256676" cy="23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/>
          <p:nvPr/>
        </p:nvSpPr>
        <p:spPr>
          <a:xfrm>
            <a:off x="3235650" y="5150275"/>
            <a:ext cx="62787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800">
                <a:solidFill>
                  <a:schemeClr val="dk1"/>
                </a:solidFill>
              </a:rPr>
              <a:t>AI가 스스로 평가하고, 검토하며, 결정을 내리는 사고 흐름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프로젝트 결과 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5138" y="1816775"/>
            <a:ext cx="3529574" cy="45391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>
            <a:off x="6176775" y="2283325"/>
            <a:ext cx="5320200" cy="3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 sz="1700" b="1"/>
              <a:t>evaluate </a:t>
            </a:r>
            <a:r>
              <a:rPr lang="ko-KR" sz="1800"/>
              <a:t>: </a:t>
            </a:r>
            <a:r>
              <a:rPr lang="ko-KR"/>
              <a:t>지원자 답변 분석</a:t>
            </a:r>
            <a:endParaRPr/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 sz="1700" b="1">
                <a:solidFill>
                  <a:schemeClr val="dk1"/>
                </a:solidFill>
              </a:rPr>
              <a:t>reflect </a:t>
            </a:r>
            <a:r>
              <a:rPr lang="ko-KR" sz="1700">
                <a:solidFill>
                  <a:schemeClr val="dk1"/>
                </a:solidFill>
              </a:rPr>
              <a:t>: </a:t>
            </a:r>
            <a:r>
              <a:rPr lang="ko-KR">
                <a:solidFill>
                  <a:schemeClr val="dk1"/>
                </a:solidFill>
              </a:rPr>
              <a:t>이전 평가 검토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 sz="1700" b="1">
                <a:solidFill>
                  <a:schemeClr val="dk1"/>
                </a:solidFill>
              </a:rPr>
              <a:t>re_evaluate</a:t>
            </a:r>
            <a:r>
              <a:rPr lang="ko-KR" sz="1200" b="1">
                <a:solidFill>
                  <a:schemeClr val="dk1"/>
                </a:solidFill>
              </a:rPr>
              <a:t> </a:t>
            </a:r>
            <a:r>
              <a:rPr lang="ko-KR" sz="1200">
                <a:solidFill>
                  <a:schemeClr val="dk1"/>
                </a:solidFill>
              </a:rPr>
              <a:t>: </a:t>
            </a:r>
            <a:r>
              <a:rPr lang="ko-KR">
                <a:solidFill>
                  <a:schemeClr val="dk1"/>
                </a:solidFill>
              </a:rPr>
              <a:t>reflect 결과를 바탕으로 답변 재분석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 sz="1700" b="1">
                <a:solidFill>
                  <a:schemeClr val="dk1"/>
                </a:solidFill>
              </a:rPr>
              <a:t>decide</a:t>
            </a:r>
            <a:r>
              <a:rPr lang="ko-KR" sz="1200" b="1">
                <a:solidFill>
                  <a:schemeClr val="dk1"/>
                </a:solidFill>
              </a:rPr>
              <a:t> </a:t>
            </a:r>
            <a:r>
              <a:rPr lang="ko-KR" sz="1200">
                <a:solidFill>
                  <a:schemeClr val="dk1"/>
                </a:solidFill>
              </a:rPr>
              <a:t>: </a:t>
            </a:r>
            <a:r>
              <a:rPr lang="ko-KR">
                <a:solidFill>
                  <a:schemeClr val="dk1"/>
                </a:solidFill>
              </a:rPr>
              <a:t>다음 행동 판단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 sz="1700" b="1">
                <a:solidFill>
                  <a:schemeClr val="dk1"/>
                </a:solidFill>
              </a:rPr>
              <a:t>generate</a:t>
            </a:r>
            <a:r>
              <a:rPr lang="ko-KR" sz="1200" b="1">
                <a:solidFill>
                  <a:schemeClr val="dk1"/>
                </a:solidFill>
              </a:rPr>
              <a:t> </a:t>
            </a:r>
            <a:r>
              <a:rPr lang="ko-KR" sz="1200">
                <a:solidFill>
                  <a:schemeClr val="dk1"/>
                </a:solidFill>
              </a:rPr>
              <a:t>: </a:t>
            </a:r>
            <a:r>
              <a:rPr lang="ko-KR">
                <a:solidFill>
                  <a:schemeClr val="dk1"/>
                </a:solidFill>
              </a:rPr>
              <a:t>심화 질문 생성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 sz="1700" b="1">
                <a:solidFill>
                  <a:schemeClr val="dk1"/>
                </a:solidFill>
              </a:rPr>
              <a:t>select_strategy </a:t>
            </a:r>
            <a:r>
              <a:rPr lang="ko-KR" sz="1200">
                <a:solidFill>
                  <a:schemeClr val="dk1"/>
                </a:solidFill>
              </a:rPr>
              <a:t>: </a:t>
            </a:r>
            <a:r>
              <a:rPr lang="ko-KR">
                <a:solidFill>
                  <a:schemeClr val="dk1"/>
                </a:solidFill>
              </a:rPr>
              <a:t>새로운 분야 질문 선택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ko-KR" sz="1700" b="1">
                <a:solidFill>
                  <a:schemeClr val="dk1"/>
                </a:solidFill>
              </a:rPr>
              <a:t>summarize </a:t>
            </a:r>
            <a:r>
              <a:rPr lang="ko-KR" sz="1200">
                <a:solidFill>
                  <a:schemeClr val="dk1"/>
                </a:solidFill>
              </a:rPr>
              <a:t>: </a:t>
            </a:r>
            <a:r>
              <a:rPr lang="ko-KR">
                <a:solidFill>
                  <a:schemeClr val="dk1"/>
                </a:solidFill>
              </a:rPr>
              <a:t>전체 면접 평가 요약 보고서 생성</a:t>
            </a:r>
            <a:endParaRPr sz="17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128" name="Google Shape;128;p13"/>
          <p:cNvSpPr/>
          <p:nvPr/>
        </p:nvSpPr>
        <p:spPr>
          <a:xfrm>
            <a:off x="188150" y="1361479"/>
            <a:ext cx="11847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 b="1"/>
              <a:t>“면접 프로세스 자동화 구조”</a:t>
            </a:r>
            <a:endParaRPr sz="22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프로젝트 결과 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1238524" y="2163425"/>
            <a:ext cx="32775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7622552" y="2121725"/>
            <a:ext cx="2207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/>
              <a:t>&lt; 조건 분기 판단 &gt;</a:t>
            </a:r>
            <a:endParaRPr sz="17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188150" y="1361479"/>
            <a:ext cx="11847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 b="1"/>
              <a:t>“이력서 기반 맞춤형 질문, 데이터 구조화로 시작되다.”</a:t>
            </a:r>
            <a:endParaRPr sz="22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/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60" y="3322788"/>
            <a:ext cx="4684049" cy="12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/>
          <p:nvPr/>
        </p:nvSpPr>
        <p:spPr>
          <a:xfrm>
            <a:off x="2183794" y="2108000"/>
            <a:ext cx="18258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 b="1"/>
              <a:t>&lt; state 정의 &gt;</a:t>
            </a:r>
            <a:endParaRPr sz="1700" b="1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139" name="Google Shape;139;p14"/>
          <p:cNvGrpSpPr/>
          <p:nvPr/>
        </p:nvGrpSpPr>
        <p:grpSpPr>
          <a:xfrm>
            <a:off x="5745276" y="2484490"/>
            <a:ext cx="5504700" cy="3558160"/>
            <a:chOff x="5745276" y="2484490"/>
            <a:chExt cx="5504700" cy="3558160"/>
          </a:xfrm>
        </p:grpSpPr>
        <p:pic>
          <p:nvPicPr>
            <p:cNvPr id="140" name="Google Shape;140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45276" y="2533100"/>
              <a:ext cx="5504700" cy="35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4"/>
            <p:cNvSpPr/>
            <p:nvPr/>
          </p:nvSpPr>
          <p:spPr>
            <a:xfrm>
              <a:off x="9829650" y="2915450"/>
              <a:ext cx="986100" cy="3127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9754975" y="2484490"/>
              <a:ext cx="986100" cy="271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5" title="결과 이미지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625" y="4105737"/>
            <a:ext cx="3054475" cy="201301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프로젝트 결과 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5" title="결과 이미지1.png"/>
          <p:cNvPicPr preferRelativeResize="0"/>
          <p:nvPr/>
        </p:nvPicPr>
        <p:blipFill rotWithShape="1">
          <a:blip r:embed="rId4">
            <a:alphaModFix/>
          </a:blip>
          <a:srcRect t="4790" b="-4790"/>
          <a:stretch/>
        </p:blipFill>
        <p:spPr>
          <a:xfrm>
            <a:off x="6915325" y="1766912"/>
            <a:ext cx="3054464" cy="2013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title="결과 이미지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0150" y="4194888"/>
            <a:ext cx="2964825" cy="1954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3587" y="1689951"/>
            <a:ext cx="3194576" cy="21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/>
          <p:nvPr/>
        </p:nvSpPr>
        <p:spPr>
          <a:xfrm>
            <a:off x="2112672" y="3838531"/>
            <a:ext cx="28764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225" tIns="40100" rIns="80225" bIns="401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65" b="1"/>
              <a:t>이력서 업로드 기능</a:t>
            </a:r>
            <a:endParaRPr sz="1165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2174415" y="6131829"/>
            <a:ext cx="27531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225" tIns="40100" rIns="80225" bIns="401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65" b="1"/>
              <a:t>자동 질문 생성</a:t>
            </a:r>
            <a:endParaRPr sz="1165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7004974" y="3806497"/>
            <a:ext cx="28752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225" tIns="40100" rIns="80225" bIns="401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65" b="1"/>
              <a:t>답변 평가 및 피드백 제공</a:t>
            </a:r>
            <a:endParaRPr sz="1165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7040496" y="6131827"/>
            <a:ext cx="2693100" cy="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225" tIns="40100" rIns="80225" bIns="401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65" b="1"/>
              <a:t>면접 리포트 자동 요약</a:t>
            </a:r>
            <a:endParaRPr sz="1165" b="1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156" name="Google Shape;156;p15"/>
          <p:cNvCxnSpPr/>
          <p:nvPr/>
        </p:nvCxnSpPr>
        <p:spPr>
          <a:xfrm>
            <a:off x="1588181" y="4092651"/>
            <a:ext cx="9020100" cy="0"/>
          </a:xfrm>
          <a:prstGeom prst="straightConnector1">
            <a:avLst/>
          </a:prstGeom>
          <a:noFill/>
          <a:ln w="83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15"/>
          <p:cNvCxnSpPr/>
          <p:nvPr/>
        </p:nvCxnSpPr>
        <p:spPr>
          <a:xfrm>
            <a:off x="5975801" y="1828300"/>
            <a:ext cx="6600" cy="4518600"/>
          </a:xfrm>
          <a:prstGeom prst="straightConnector1">
            <a:avLst/>
          </a:prstGeom>
          <a:noFill/>
          <a:ln w="83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p15"/>
          <p:cNvSpPr/>
          <p:nvPr/>
        </p:nvSpPr>
        <p:spPr>
          <a:xfrm>
            <a:off x="181675" y="1305669"/>
            <a:ext cx="118149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 b="1"/>
              <a:t>“UI 구현 ( Gradio )”</a:t>
            </a:r>
            <a:endParaRPr sz="22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프로젝트 회고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35725" y="1317095"/>
            <a:ext cx="10985400" cy="4978200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1909100" y="5187898"/>
            <a:ext cx="83019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solidFill>
                  <a:schemeClr val="dk1"/>
                </a:solidFill>
              </a:rPr>
              <a:t>AI가 단순한 응답 생성기를 넘어 ‘사고하는 존재’로 확장될 수 있음을 체감했다. 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1916425" y="2027251"/>
            <a:ext cx="171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>
                <a:solidFill>
                  <a:schemeClr val="dk1"/>
                </a:solidFill>
              </a:rPr>
              <a:t>S (Summary)</a:t>
            </a:r>
            <a:endParaRPr sz="1900" b="1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1950700" y="3167164"/>
            <a:ext cx="171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 b="1">
                <a:solidFill>
                  <a:schemeClr val="dk1"/>
                </a:solidFill>
              </a:rPr>
              <a:t>P (Problem)</a:t>
            </a:r>
            <a:endParaRPr sz="1900" b="1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dk1"/>
              </a:solidFill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1885642" y="4714201"/>
            <a:ext cx="237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900" b="1">
                <a:solidFill>
                  <a:schemeClr val="dk1"/>
                </a:solidFill>
              </a:rPr>
              <a:t>T(Try / Thought )</a:t>
            </a:r>
            <a:endParaRPr sz="1900" b="1">
              <a:solidFill>
                <a:schemeClr val="dk1"/>
              </a:solidFill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905267" y="2482251"/>
            <a:ext cx="875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solidFill>
                  <a:schemeClr val="dk1"/>
                </a:solidFill>
              </a:rPr>
              <a:t>LangGraph 기반의 AI 면접관 시스템 구현, 스스로 평가,검토,판단하는 사고 흐름을 모델링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942378" y="3645301"/>
            <a:ext cx="87594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solidFill>
                  <a:schemeClr val="dk1"/>
                </a:solidFill>
              </a:rPr>
              <a:t>면접관의 직관적인 판단을 완벽히 재현하기 어려웠다.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942378" y="4051090"/>
            <a:ext cx="93693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</a:rPr>
              <a:t>reflect , re_evaluate 노드 구현 과정에서의 AI의 자기 피드백을 통한 품질 개선에 한계가 존재한다.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와이드스크린</PresentationFormat>
  <Paragraphs>73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Noto Sans Symbols</vt:lpstr>
      <vt:lpstr>Malgun Gothic</vt:lpstr>
      <vt:lpstr>Arial</vt:lpstr>
      <vt:lpstr>Calibri</vt:lpstr>
      <vt:lpstr>Office 테마</vt:lpstr>
      <vt:lpstr>PowerPoint 프레젠테이션</vt:lpstr>
      <vt:lpstr>PowerPoint 프레젠테이션</vt:lpstr>
      <vt:lpstr>1. 프로젝트 개요</vt:lpstr>
      <vt:lpstr>2. 왜 필요한가? </vt:lpstr>
      <vt:lpstr>3. 프로젝트 구조</vt:lpstr>
      <vt:lpstr>4. 프로젝트 결과 </vt:lpstr>
      <vt:lpstr>4. 프로젝트 결과 </vt:lpstr>
      <vt:lpstr>4. 프로젝트 결과 </vt:lpstr>
      <vt:lpstr>5. 프로젝트 회고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양시현</cp:lastModifiedBy>
  <cp:revision>2</cp:revision>
  <dcterms:modified xsi:type="dcterms:W3CDTF">2025-11-03T07:26:52Z</dcterms:modified>
</cp:coreProperties>
</file>