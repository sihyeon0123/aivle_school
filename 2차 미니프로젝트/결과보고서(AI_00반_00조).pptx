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4"/>
  </p:sldMasterIdLst>
  <p:notesMasterIdLst>
    <p:notesMasterId r:id="rId11"/>
  </p:notesMasterIdLst>
  <p:handoutMasterIdLst>
    <p:handoutMasterId r:id="rId12"/>
  </p:handoutMasterIdLst>
  <p:sldIdLst>
    <p:sldId id="3516" r:id="rId5"/>
    <p:sldId id="3557" r:id="rId6"/>
    <p:sldId id="3558" r:id="rId7"/>
    <p:sldId id="3560" r:id="rId8"/>
    <p:sldId id="3559" r:id="rId9"/>
    <p:sldId id="354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DEA"/>
    <a:srgbClr val="1F6765"/>
    <a:srgbClr val="FF6600"/>
    <a:srgbClr val="D8ECEB"/>
    <a:srgbClr val="418587"/>
    <a:srgbClr val="C9FAFC"/>
    <a:srgbClr val="A5D2D3"/>
    <a:srgbClr val="71C1B3"/>
    <a:srgbClr val="B5DBD3"/>
    <a:srgbClr val="CAE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739C91-EA2B-441A-B1FC-6100ADDC1FEA}">
  <a:tblStyle styleId="{A4739C91-EA2B-441A-B1FC-6100ADDC1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0061" autoAdjust="0"/>
  </p:normalViewPr>
  <p:slideViewPr>
    <p:cSldViewPr snapToGrid="0">
      <p:cViewPr varScale="1">
        <p:scale>
          <a:sx n="73" d="100"/>
          <a:sy n="73" d="100"/>
        </p:scale>
        <p:origin x="965" y="67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EE2-0F71-437D-9438-13CCE6E2D3A4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F53A9-D8CC-4D53-A6BF-2C0C2798E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901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10300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8047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5942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4826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7807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7085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C7CF2056-2E41-4C40-AE19-A9A1125F8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A947DF-4474-4457-99B3-14ADC3E3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2" b="21945"/>
          <a:stretch/>
        </p:blipFill>
        <p:spPr>
          <a:xfrm>
            <a:off x="0" y="0"/>
            <a:ext cx="12192000" cy="36005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30C2DB1-E1BF-4A77-BBF7-D6BABA497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 dirty="0"/>
          </a:p>
        </p:txBody>
      </p:sp>
      <p:cxnSp>
        <p:nvCxnSpPr>
          <p:cNvPr id="18" name="Google Shape;18;p3"/>
          <p:cNvCxnSpPr>
            <a:cxnSpLocks/>
            <a:stCxn id="22" idx="1"/>
            <a:endCxn id="22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3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en-US" altLang="ko-KR" sz="1023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31"/>
                <a:buFont typeface="Arial"/>
                <a:buNone/>
              </a:pPr>
              <a:t>‹#›</a:t>
            </a:fld>
            <a:endParaRPr sz="1023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92" b="1" i="0" u="none" strike="noStrike" cap="none" dirty="0">
                <a:solidFill>
                  <a:srgbClr val="34AEA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  <a:sym typeface="Arial"/>
              </a:rPr>
              <a:t>KT AIVLE School</a:t>
            </a:r>
            <a:endParaRPr sz="1723" dirty="0">
              <a:solidFill>
                <a:srgbClr val="34AEA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68935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125444" marR="0" lvl="1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0641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390779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DB33C9-9F17-4570-866B-17EF57204CD7}"/>
              </a:ext>
            </a:extLst>
          </p:cNvPr>
          <p:cNvSpPr/>
          <p:nvPr userDrawn="1"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Google Shape;12;p40">
            <a:extLst>
              <a:ext uri="{FF2B5EF4-FFF2-40B4-BE49-F238E27FC236}">
                <a16:creationId xmlns:a16="http://schemas.microsoft.com/office/drawing/2014/main" id="{101F6C97-5613-4029-91DD-AB91A50C6258}"/>
              </a:ext>
            </a:extLst>
          </p:cNvPr>
          <p:cNvCxnSpPr/>
          <p:nvPr userDrawn="1"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" name="Google Shape;39;p42">
            <a:extLst>
              <a:ext uri="{FF2B5EF4-FFF2-40B4-BE49-F238E27FC236}">
                <a16:creationId xmlns:a16="http://schemas.microsoft.com/office/drawing/2014/main" id="{CD0CE241-17D8-47FB-BD1F-FE7D316AC62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37679" y="404873"/>
            <a:ext cx="131450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7873572" y="3492799"/>
            <a:ext cx="2741372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6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  <a:endParaRPr sz="1723" dirty="0"/>
          </a:p>
        </p:txBody>
      </p:sp>
      <p:pic>
        <p:nvPicPr>
          <p:cNvPr id="31" name="Google Shape;31;p5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2094" y="2907769"/>
            <a:ext cx="2372373" cy="496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4CD8E5-A4BC-4AC3-9C10-5483E0D95A4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4561"/>
            <a:ext cx="12192000" cy="75027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269241" y="1189178"/>
            <a:ext cx="11653522" cy="68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84566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688165" marR="0" lvl="2" indent="-416804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250887" marR="0" lvl="3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3692308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54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62722" marR="0" lvl="0" indent="-456586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18524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939052" marR="0" lvl="6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01774" marR="0" lvl="7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64496" marR="0" lvl="8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39EA2-55BD-42D9-A3B3-20D6D22715F0}" type="datetimeFigureOut">
              <a:rPr lang="ko-KR" altLang="en-US" smtClean="0"/>
              <a:t>2025-05-09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2FEC-B71F-4637-BA7F-AE62DE34BC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04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783B93C-511C-42EC-BD84-5B9B054FB2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0" name="Google Shape;39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40;p42"/>
          <p:cNvSpPr/>
          <p:nvPr/>
        </p:nvSpPr>
        <p:spPr>
          <a:xfrm>
            <a:off x="9765915" y="6335312"/>
            <a:ext cx="222736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 it possible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41;p42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43;p42"/>
          <p:cNvCxnSpPr>
            <a:cxnSpLocks/>
          </p:cNvCxnSpPr>
          <p:nvPr/>
        </p:nvCxnSpPr>
        <p:spPr>
          <a:xfrm>
            <a:off x="862205" y="2286000"/>
            <a:ext cx="0" cy="106975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5" name="Google Shape;57;p11"/>
          <p:cNvSpPr txBox="1">
            <a:spLocks/>
          </p:cNvSpPr>
          <p:nvPr/>
        </p:nvSpPr>
        <p:spPr>
          <a:xfrm>
            <a:off x="983632" y="2223951"/>
            <a:ext cx="8245702" cy="120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altLang="ko-KR" sz="20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</a:t>
            </a:r>
            <a:r>
              <a:rPr lang="ko-KR" altLang="en-US" sz="20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개발자 트랙 미니프로젝트  </a:t>
            </a:r>
            <a:r>
              <a:rPr lang="en-US" altLang="ko-KR" sz="20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20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</a:t>
            </a:r>
            <a:endParaRPr lang="en-US" altLang="ko-KR" sz="2000" spc="-100" dirty="0">
              <a:ln w="3175">
                <a:solidFill>
                  <a:schemeClr val="tx1">
                    <a:alpha val="30000"/>
                  </a:scheme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l"/>
            <a:endParaRPr lang="en-US" altLang="ko-KR" sz="1000" spc="-100" dirty="0">
              <a:ln w="3175">
                <a:solidFill>
                  <a:schemeClr val="tx1">
                    <a:alpha val="30000"/>
                  </a:scheme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l"/>
            <a:r>
              <a:rPr lang="ko-KR" altLang="en-US" sz="4400" b="1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조별 발표 템플릿</a:t>
            </a:r>
            <a:endParaRPr lang="en-US" altLang="ko-KR" sz="4400" b="1" spc="-100" dirty="0">
              <a:ln w="3175">
                <a:solidFill>
                  <a:schemeClr val="tx1">
                    <a:alpha val="3000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9" name="Google Shape;57;p11">
            <a:extLst>
              <a:ext uri="{FF2B5EF4-FFF2-40B4-BE49-F238E27FC236}">
                <a16:creationId xmlns:a16="http://schemas.microsoft.com/office/drawing/2014/main" id="{E3927A6B-D301-419B-A687-5B81C9865C94}"/>
              </a:ext>
            </a:extLst>
          </p:cNvPr>
          <p:cNvSpPr txBox="1">
            <a:spLocks/>
          </p:cNvSpPr>
          <p:nvPr/>
        </p:nvSpPr>
        <p:spPr>
          <a:xfrm>
            <a:off x="983632" y="3444241"/>
            <a:ext cx="4202322" cy="644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altLang="ko-KR" sz="3200" b="1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1F6765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OO</a:t>
            </a:r>
            <a:r>
              <a:rPr lang="ko-KR" altLang="en-US" sz="3200" b="1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1F6765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</a:t>
            </a:r>
            <a:r>
              <a:rPr lang="en-US" altLang="ko-KR" sz="3200" b="1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1F6765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OO</a:t>
            </a:r>
            <a:r>
              <a:rPr lang="ko-KR" altLang="en-US" sz="3200" b="1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1F6765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</a:t>
            </a:r>
            <a:endParaRPr lang="en-US" altLang="ko-KR" sz="3200" b="1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1F6765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5561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8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  <a:sym typeface="Arial"/>
              </a:rPr>
              <a:t>1. </a:t>
            </a:r>
            <a:endParaRPr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/>
              <a:sym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A199B9-2876-435E-84C0-912B48C16E85}"/>
              </a:ext>
            </a:extLst>
          </p:cNvPr>
          <p:cNvSpPr/>
          <p:nvPr/>
        </p:nvSpPr>
        <p:spPr>
          <a:xfrm>
            <a:off x="450813" y="1309272"/>
            <a:ext cx="58035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252427">
              <a:spcBef>
                <a:spcPts val="615"/>
              </a:spcBef>
              <a:buSzPts val="1800"/>
              <a:buChar char="▪"/>
            </a:pP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수행한 내용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또는 공유하고 싶은 점을 작성 해주세요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4658B-C3B3-41D2-83C4-455237456A25}"/>
              </a:ext>
            </a:extLst>
          </p:cNvPr>
          <p:cNvSpPr/>
          <p:nvPr/>
        </p:nvSpPr>
        <p:spPr>
          <a:xfrm>
            <a:off x="724845" y="1840010"/>
            <a:ext cx="5669280" cy="4338721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0EAAC3-33DC-429F-972F-BDCB4353A319}"/>
              </a:ext>
            </a:extLst>
          </p:cNvPr>
          <p:cNvSpPr/>
          <p:nvPr/>
        </p:nvSpPr>
        <p:spPr>
          <a:xfrm>
            <a:off x="2301096" y="3609260"/>
            <a:ext cx="245378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15"/>
              </a:spcBef>
              <a:buSzPts val="1800"/>
            </a:pP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(ex.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 </a:t>
            </a: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캡쳐본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등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algn="ctr">
              <a:spcBef>
                <a:spcPts val="615"/>
              </a:spcBef>
              <a:buSzPts val="1800"/>
            </a:pP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없으면 안 </a:t>
            </a:r>
            <a:r>
              <a:rPr lang="ko-KR" altLang="en-US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넣으셔도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03BCED-F48A-40D1-A39D-6F167E1EA1FC}"/>
              </a:ext>
            </a:extLst>
          </p:cNvPr>
          <p:cNvSpPr/>
          <p:nvPr/>
        </p:nvSpPr>
        <p:spPr>
          <a:xfrm>
            <a:off x="6627911" y="2102427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2BE50C-4854-45C8-B856-B6466EE6E747}"/>
              </a:ext>
            </a:extLst>
          </p:cNvPr>
          <p:cNvSpPr/>
          <p:nvPr/>
        </p:nvSpPr>
        <p:spPr>
          <a:xfrm>
            <a:off x="6627911" y="2713351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DD3867-221D-4E70-860C-4F4F7A2688FC}"/>
              </a:ext>
            </a:extLst>
          </p:cNvPr>
          <p:cNvSpPr/>
          <p:nvPr/>
        </p:nvSpPr>
        <p:spPr>
          <a:xfrm>
            <a:off x="4046554" y="6136321"/>
            <a:ext cx="42659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※ 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장표의 구성은 예시이니 자유롭게 변경 가능합니다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42768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41A5C5E-9CE2-46A4-9335-D9FE69026CDF}"/>
              </a:ext>
            </a:extLst>
          </p:cNvPr>
          <p:cNvSpPr/>
          <p:nvPr/>
        </p:nvSpPr>
        <p:spPr>
          <a:xfrm>
            <a:off x="724845" y="1840010"/>
            <a:ext cx="5669280" cy="4338721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8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  <a:sym typeface="Arial"/>
              </a:rPr>
              <a:t>2. </a:t>
            </a:r>
            <a:endParaRPr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/>
              <a:sym typeface="Arial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BA7F9B-1809-4344-972C-1DA9DEBC0038}"/>
              </a:ext>
            </a:extLst>
          </p:cNvPr>
          <p:cNvSpPr/>
          <p:nvPr/>
        </p:nvSpPr>
        <p:spPr>
          <a:xfrm>
            <a:off x="450813" y="1309272"/>
            <a:ext cx="5802871" cy="4001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indent="-252095">
              <a:spcBef>
                <a:spcPts val="615"/>
              </a:spcBef>
              <a:buSzPts val="1800"/>
              <a:buChar char="▪"/>
            </a:pP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수행한 내용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또는 공유하고 싶은 점을 작성 해주세요</a:t>
            </a:r>
            <a:endParaRPr lang="ko-KR" dirty="0"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A45418-0644-4D93-A8E4-F8DCFE79FBF8}"/>
              </a:ext>
            </a:extLst>
          </p:cNvPr>
          <p:cNvSpPr/>
          <p:nvPr/>
        </p:nvSpPr>
        <p:spPr>
          <a:xfrm>
            <a:off x="2301096" y="3609260"/>
            <a:ext cx="245378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15"/>
              </a:spcBef>
              <a:buSzPts val="1800"/>
            </a:pP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(ex.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 </a:t>
            </a: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캡쳐본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등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algn="ctr">
              <a:spcBef>
                <a:spcPts val="615"/>
              </a:spcBef>
              <a:buSzPts val="1800"/>
            </a:pP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없으면 안 </a:t>
            </a:r>
            <a:r>
              <a:rPr lang="ko-KR" altLang="en-US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넣으셔도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15FD08-4722-48F2-A351-2574278DA45D}"/>
              </a:ext>
            </a:extLst>
          </p:cNvPr>
          <p:cNvSpPr/>
          <p:nvPr/>
        </p:nvSpPr>
        <p:spPr>
          <a:xfrm>
            <a:off x="6627911" y="2102427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2BB97A-5ABC-4669-883C-7156681E4CFA}"/>
              </a:ext>
            </a:extLst>
          </p:cNvPr>
          <p:cNvSpPr/>
          <p:nvPr/>
        </p:nvSpPr>
        <p:spPr>
          <a:xfrm>
            <a:off x="6627911" y="2713351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6D20BD-54A6-4D48-AB1F-90A4320B4B2C}"/>
              </a:ext>
            </a:extLst>
          </p:cNvPr>
          <p:cNvSpPr/>
          <p:nvPr/>
        </p:nvSpPr>
        <p:spPr>
          <a:xfrm>
            <a:off x="4046554" y="6136321"/>
            <a:ext cx="42659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※ 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장표의 구성은 예시이니 자유롭게 변경 가능합니다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3932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41A5C5E-9CE2-46A4-9335-D9FE69026CDF}"/>
              </a:ext>
            </a:extLst>
          </p:cNvPr>
          <p:cNvSpPr/>
          <p:nvPr/>
        </p:nvSpPr>
        <p:spPr>
          <a:xfrm>
            <a:off x="724845" y="1840010"/>
            <a:ext cx="5669280" cy="4338721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8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  <a:sym typeface="Arial"/>
              </a:rPr>
              <a:t>3. </a:t>
            </a:r>
            <a:endParaRPr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/>
              <a:sym typeface="Arial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BA7F9B-1809-4344-972C-1DA9DEBC0038}"/>
              </a:ext>
            </a:extLst>
          </p:cNvPr>
          <p:cNvSpPr/>
          <p:nvPr/>
        </p:nvSpPr>
        <p:spPr>
          <a:xfrm>
            <a:off x="450813" y="1309272"/>
            <a:ext cx="5802871" cy="4001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indent="-252095">
              <a:spcBef>
                <a:spcPts val="615"/>
              </a:spcBef>
              <a:buSzPts val="1800"/>
              <a:buChar char="▪"/>
            </a:pP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수행한 내용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또는 공유하고 싶은 점을 작성 해주세요</a:t>
            </a:r>
            <a:endParaRPr lang="ko-KR" dirty="0">
              <a:ea typeface="나눔스퀘어 Bold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A45418-0644-4D93-A8E4-F8DCFE79FBF8}"/>
              </a:ext>
            </a:extLst>
          </p:cNvPr>
          <p:cNvSpPr/>
          <p:nvPr/>
        </p:nvSpPr>
        <p:spPr>
          <a:xfrm>
            <a:off x="2301096" y="3609260"/>
            <a:ext cx="245378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15"/>
              </a:spcBef>
              <a:buSzPts val="1800"/>
            </a:pP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(ex.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 </a:t>
            </a: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캡쳐본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등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algn="ctr">
              <a:spcBef>
                <a:spcPts val="615"/>
              </a:spcBef>
              <a:buSzPts val="1800"/>
            </a:pP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없으면 안 </a:t>
            </a:r>
            <a:r>
              <a:rPr lang="ko-KR" altLang="en-US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넣으셔도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15FD08-4722-48F2-A351-2574278DA45D}"/>
              </a:ext>
            </a:extLst>
          </p:cNvPr>
          <p:cNvSpPr/>
          <p:nvPr/>
        </p:nvSpPr>
        <p:spPr>
          <a:xfrm>
            <a:off x="6627911" y="2102427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2BB97A-5ABC-4669-883C-7156681E4CFA}"/>
              </a:ext>
            </a:extLst>
          </p:cNvPr>
          <p:cNvSpPr/>
          <p:nvPr/>
        </p:nvSpPr>
        <p:spPr>
          <a:xfrm>
            <a:off x="6627911" y="2713351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6D20BD-54A6-4D48-AB1F-90A4320B4B2C}"/>
              </a:ext>
            </a:extLst>
          </p:cNvPr>
          <p:cNvSpPr/>
          <p:nvPr/>
        </p:nvSpPr>
        <p:spPr>
          <a:xfrm>
            <a:off x="4046554" y="6136321"/>
            <a:ext cx="42659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※ 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장표의 구성은 예시이니 자유롭게 변경 가능합니다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35109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8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  <a:sym typeface="Arial"/>
              </a:rPr>
              <a:t>4. </a:t>
            </a:r>
            <a:r>
              <a:rPr lang="ko-KR" altLang="en-US" sz="28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  <a:sym typeface="Arial"/>
              </a:rPr>
              <a:t>종합 결과</a:t>
            </a:r>
            <a:endParaRPr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/>
              <a:sym typeface="Arial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C91485-9904-45A0-9B96-C7939102DFCE}"/>
              </a:ext>
            </a:extLst>
          </p:cNvPr>
          <p:cNvSpPr/>
          <p:nvPr/>
        </p:nvSpPr>
        <p:spPr>
          <a:xfrm>
            <a:off x="724845" y="1840010"/>
            <a:ext cx="5669280" cy="4338721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708F68-EBE2-4A09-B870-BBB4570F0D05}"/>
              </a:ext>
            </a:extLst>
          </p:cNvPr>
          <p:cNvSpPr/>
          <p:nvPr/>
        </p:nvSpPr>
        <p:spPr>
          <a:xfrm>
            <a:off x="450813" y="1309272"/>
            <a:ext cx="79739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252427">
              <a:spcBef>
                <a:spcPts val="615"/>
              </a:spcBef>
              <a:buSzPts val="1800"/>
              <a:buChar char="▪"/>
            </a:pP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수행해본 결과나 프로젝트를 통해 얻은 인사이트가 있으면 작성 해주세요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5EAF6B-CCB0-4697-9AFD-B7B4809184AD}"/>
              </a:ext>
            </a:extLst>
          </p:cNvPr>
          <p:cNvSpPr/>
          <p:nvPr/>
        </p:nvSpPr>
        <p:spPr>
          <a:xfrm>
            <a:off x="2301096" y="3609260"/>
            <a:ext cx="245378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15"/>
              </a:spcBef>
              <a:buSzPts val="1800"/>
            </a:pP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(ex.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 </a:t>
            </a: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캡쳐본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등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algn="ctr">
              <a:spcBef>
                <a:spcPts val="615"/>
              </a:spcBef>
              <a:buSzPts val="1800"/>
            </a:pP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없으면 안 </a:t>
            </a:r>
            <a:r>
              <a:rPr lang="ko-KR" altLang="en-US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넣으셔도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28D919-47EF-4D58-A5A1-DB7841B2E97E}"/>
              </a:ext>
            </a:extLst>
          </p:cNvPr>
          <p:cNvSpPr/>
          <p:nvPr/>
        </p:nvSpPr>
        <p:spPr>
          <a:xfrm>
            <a:off x="6627911" y="2102427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709BB6-45F5-49EB-B6C8-D62CC459010F}"/>
              </a:ext>
            </a:extLst>
          </p:cNvPr>
          <p:cNvSpPr/>
          <p:nvPr/>
        </p:nvSpPr>
        <p:spPr>
          <a:xfrm>
            <a:off x="6627911" y="2713351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DC98BE-9C2F-4B55-AA2C-5C62FE3B003E}"/>
              </a:ext>
            </a:extLst>
          </p:cNvPr>
          <p:cNvSpPr/>
          <p:nvPr/>
        </p:nvSpPr>
        <p:spPr>
          <a:xfrm>
            <a:off x="4046554" y="6136321"/>
            <a:ext cx="42659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※ 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장표의 구성은 예시이니 자유롭게 변경 가능합니다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29630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55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EFD2EC9AE4E1C4E97A968ACD5F6A537" ma:contentTypeVersion="12" ma:contentTypeDescription="새 문서를 만듭니다." ma:contentTypeScope="" ma:versionID="df186488202f13ed527723022e965c8a">
  <xsd:schema xmlns:xsd="http://www.w3.org/2001/XMLSchema" xmlns:xs="http://www.w3.org/2001/XMLSchema" xmlns:p="http://schemas.microsoft.com/office/2006/metadata/properties" xmlns:ns2="e4e13380-6049-4f59-9391-9958b2774ca2" xmlns:ns3="cb8fcf1b-9571-4d20-a8ff-81bee2907a75" targetNamespace="http://schemas.microsoft.com/office/2006/metadata/properties" ma:root="true" ma:fieldsID="8c4913c47d4635aa34f8e8f17db955c6" ns2:_="" ns3:_="">
    <xsd:import namespace="e4e13380-6049-4f59-9391-9958b2774ca2"/>
    <xsd:import namespace="cb8fcf1b-9571-4d20-a8ff-81bee2907a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e13380-6049-4f59-9391-9958b2774c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8fcf1b-9571-4d20-a8ff-81bee2907a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4755f7e-2eee-41cd-9fe6-bf774321496a}" ma:internalName="TaxCatchAll" ma:showField="CatchAllData" ma:web="cb8fcf1b-9571-4d20-a8ff-81bee2907a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b8fcf1b-9571-4d20-a8ff-81bee2907a75" xsi:nil="true"/>
    <lcf76f155ced4ddcb4097134ff3c332f xmlns="e4e13380-6049-4f59-9391-9958b2774ca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6D586E4-6A4F-4BD7-8AD4-8FF8EF939EE0}"/>
</file>

<file path=customXml/itemProps2.xml><?xml version="1.0" encoding="utf-8"?>
<ds:datastoreItem xmlns:ds="http://schemas.openxmlformats.org/officeDocument/2006/customXml" ds:itemID="{EB6E4AB4-6812-4825-A477-08F4E47042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74F5F0-E47C-4CD4-9BF1-D80ACD90DC05}">
  <ds:schemaRefs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documentManagement/types"/>
    <ds:schemaRef ds:uri="cb8fcf1b-9571-4d20-a8ff-81bee2907a75"/>
    <ds:schemaRef ds:uri="e4e13380-6049-4f59-9391-9958b2774ca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7324</TotalTime>
  <Words>157</Words>
  <Application>Microsoft Office PowerPoint</Application>
  <PresentationFormat>와이드스크린</PresentationFormat>
  <Paragraphs>34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나눔스퀘어 Bold</vt:lpstr>
      <vt:lpstr>Malgun Gothic</vt:lpstr>
      <vt:lpstr>Malgun Gothic</vt:lpstr>
      <vt:lpstr>Arial</vt:lpstr>
      <vt:lpstr>Calibri</vt:lpstr>
      <vt:lpstr>Noto Sans Symbols</vt:lpstr>
      <vt:lpstr>Office 테마</vt:lpstr>
      <vt:lpstr>PowerPoint 프레젠테이션</vt:lpstr>
      <vt:lpstr>1. </vt:lpstr>
      <vt:lpstr>2. </vt:lpstr>
      <vt:lpstr>3. </vt:lpstr>
      <vt:lpstr>4. 종합 결과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매니저 박민영</cp:lastModifiedBy>
  <cp:revision>333</cp:revision>
  <dcterms:modified xsi:type="dcterms:W3CDTF">2025-05-09T01:52:46Z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0x010100EEFD2EC9AE4E1C4E97A968ACD5F6A537</vt:lpwstr>
  </property>
  <property fmtid="{D5CDD505-2E9C-101B-9397-08002B2CF9AE}" pid="10" name="MediaServiceImageTags">
    <vt:lpwstr/>
  </property>
  <property fmtid="{D5CDD505-2E9C-101B-9397-08002B2CF9AE}" pid="11" name="Order">
    <vt:r8>126500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</Properties>
</file>